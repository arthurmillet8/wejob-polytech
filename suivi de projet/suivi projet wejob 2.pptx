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257" r:id="rId2"/>
    <p:sldId id="266" r:id="rId3"/>
    <p:sldId id="270" r:id="rId4"/>
    <p:sldId id="296" r:id="rId5"/>
    <p:sldId id="295" r:id="rId6"/>
    <p:sldId id="297" r:id="rId7"/>
    <p:sldId id="291" r:id="rId8"/>
    <p:sldId id="299" r:id="rId9"/>
    <p:sldId id="276" r:id="rId10"/>
    <p:sldId id="298" r:id="rId11"/>
    <p:sldId id="300" r:id="rId12"/>
    <p:sldId id="302" r:id="rId13"/>
    <p:sldId id="303" r:id="rId14"/>
    <p:sldId id="305" r:id="rId15"/>
    <p:sldId id="304" r:id="rId16"/>
    <p:sldId id="308" r:id="rId17"/>
    <p:sldId id="306" r:id="rId18"/>
    <p:sldId id="309" r:id="rId19"/>
    <p:sldId id="307" r:id="rId20"/>
    <p:sldId id="310" r:id="rId21"/>
    <p:sldId id="318" r:id="rId22"/>
    <p:sldId id="319" r:id="rId23"/>
    <p:sldId id="320" r:id="rId24"/>
    <p:sldId id="317" r:id="rId25"/>
    <p:sldId id="314" r:id="rId26"/>
    <p:sldId id="313" r:id="rId27"/>
    <p:sldId id="316" r:id="rId28"/>
    <p:sldId id="315" r:id="rId29"/>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C8E50B-D554-45DB-A649-8D40C153E09D}" v="16" dt="2026-02-27T11:14:35.1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a270c1c3-8ae5-482f-a3dc-7a4cc780ed32::" providerId="AD" clId="Web-{5B4D8940-7819-27C2-E207-C2D386BA8CD5}"/>
    <pc:docChg chg="addSld delSld modSld">
      <pc:chgData name="Guest User" userId="S::urn:spo:tenantanon#a270c1c3-8ae5-482f-a3dc-7a4cc780ed32::" providerId="AD" clId="Web-{5B4D8940-7819-27C2-E207-C2D386BA8CD5}" dt="2026-02-27T11:10:25.784" v="196" actId="1076"/>
      <pc:docMkLst>
        <pc:docMk/>
      </pc:docMkLst>
      <pc:sldChg chg="modSp">
        <pc:chgData name="Guest User" userId="S::urn:spo:tenantanon#a270c1c3-8ae5-482f-a3dc-7a4cc780ed32::" providerId="AD" clId="Web-{5B4D8940-7819-27C2-E207-C2D386BA8CD5}" dt="2026-02-27T11:10:25.784" v="196" actId="1076"/>
        <pc:sldMkLst>
          <pc:docMk/>
          <pc:sldMk cId="91745120" sldId="310"/>
        </pc:sldMkLst>
        <pc:spChg chg="mod">
          <ac:chgData name="Guest User" userId="S::urn:spo:tenantanon#a270c1c3-8ae5-482f-a3dc-7a4cc780ed32::" providerId="AD" clId="Web-{5B4D8940-7819-27C2-E207-C2D386BA8CD5}" dt="2026-02-27T11:10:25.753" v="193" actId="1076"/>
          <ac:spMkLst>
            <pc:docMk/>
            <pc:sldMk cId="91745120" sldId="310"/>
            <ac:spMk id="2" creationId="{0F9FEAE8-D96E-DBC0-94C7-022D3FB618E7}"/>
          </ac:spMkLst>
        </pc:spChg>
        <pc:spChg chg="mod">
          <ac:chgData name="Guest User" userId="S::urn:spo:tenantanon#a270c1c3-8ae5-482f-a3dc-7a4cc780ed32::" providerId="AD" clId="Web-{5B4D8940-7819-27C2-E207-C2D386BA8CD5}" dt="2026-02-27T11:10:25.768" v="194" actId="1076"/>
          <ac:spMkLst>
            <pc:docMk/>
            <pc:sldMk cId="91745120" sldId="310"/>
            <ac:spMk id="3" creationId="{C41186B2-5E93-2721-E3F9-025A6C8C756C}"/>
          </ac:spMkLst>
        </pc:spChg>
        <pc:spChg chg="mod">
          <ac:chgData name="Guest User" userId="S::urn:spo:tenantanon#a270c1c3-8ae5-482f-a3dc-7a4cc780ed32::" providerId="AD" clId="Web-{5B4D8940-7819-27C2-E207-C2D386BA8CD5}" dt="2026-02-27T11:10:25.768" v="195" actId="1076"/>
          <ac:spMkLst>
            <pc:docMk/>
            <pc:sldMk cId="91745120" sldId="310"/>
            <ac:spMk id="5" creationId="{FEEEB4EC-139F-CEF6-CC85-DF4349317320}"/>
          </ac:spMkLst>
        </pc:spChg>
        <pc:spChg chg="mod">
          <ac:chgData name="Guest User" userId="S::urn:spo:tenantanon#a270c1c3-8ae5-482f-a3dc-7a4cc780ed32::" providerId="AD" clId="Web-{5B4D8940-7819-27C2-E207-C2D386BA8CD5}" dt="2026-02-27T11:10:25.784" v="196" actId="1076"/>
          <ac:spMkLst>
            <pc:docMk/>
            <pc:sldMk cId="91745120" sldId="310"/>
            <ac:spMk id="6" creationId="{C13F8BF4-C710-F670-0DB9-D0AF53354C53}"/>
          </ac:spMkLst>
        </pc:spChg>
      </pc:sldChg>
      <pc:sldChg chg="addSp delSp modSp new">
        <pc:chgData name="Guest User" userId="S::urn:spo:tenantanon#a270c1c3-8ae5-482f-a3dc-7a4cc780ed32::" providerId="AD" clId="Web-{5B4D8940-7819-27C2-E207-C2D386BA8CD5}" dt="2026-02-27T11:01:04.339" v="72"/>
        <pc:sldMkLst>
          <pc:docMk/>
          <pc:sldMk cId="176235576" sldId="318"/>
        </pc:sldMkLst>
        <pc:spChg chg="mod">
          <ac:chgData name="Guest User" userId="S::urn:spo:tenantanon#a270c1c3-8ae5-482f-a3dc-7a4cc780ed32::" providerId="AD" clId="Web-{5B4D8940-7819-27C2-E207-C2D386BA8CD5}" dt="2026-02-27T11:01:03.636" v="71" actId="20577"/>
          <ac:spMkLst>
            <pc:docMk/>
            <pc:sldMk cId="176235576" sldId="318"/>
            <ac:spMk id="2" creationId="{3998B0DD-E3C9-AD30-32BA-6EB917FF0560}"/>
          </ac:spMkLst>
        </pc:spChg>
        <pc:graphicFrameChg chg="add mod ord modGraphic">
          <ac:chgData name="Guest User" userId="S::urn:spo:tenantanon#a270c1c3-8ae5-482f-a3dc-7a4cc780ed32::" providerId="AD" clId="Web-{5B4D8940-7819-27C2-E207-C2D386BA8CD5}" dt="2026-02-27T11:01:04.339" v="72"/>
          <ac:graphicFrameMkLst>
            <pc:docMk/>
            <pc:sldMk cId="176235576" sldId="318"/>
            <ac:graphicFrameMk id="6" creationId="{61E48957-C73C-DC79-8EED-777D310A4DBD}"/>
          </ac:graphicFrameMkLst>
        </pc:graphicFrameChg>
      </pc:sldChg>
      <pc:sldChg chg="addSp delSp modSp new">
        <pc:chgData name="Guest User" userId="S::urn:spo:tenantanon#a270c1c3-8ae5-482f-a3dc-7a4cc780ed32::" providerId="AD" clId="Web-{5B4D8940-7819-27C2-E207-C2D386BA8CD5}" dt="2026-02-27T11:03:29.560" v="155"/>
        <pc:sldMkLst>
          <pc:docMk/>
          <pc:sldMk cId="2688031219" sldId="319"/>
        </pc:sldMkLst>
        <pc:spChg chg="mod">
          <ac:chgData name="Guest User" userId="S::urn:spo:tenantanon#a270c1c3-8ae5-482f-a3dc-7a4cc780ed32::" providerId="AD" clId="Web-{5B4D8940-7819-27C2-E207-C2D386BA8CD5}" dt="2026-02-27T11:01:35.308" v="113" actId="20577"/>
          <ac:spMkLst>
            <pc:docMk/>
            <pc:sldMk cId="2688031219" sldId="319"/>
            <ac:spMk id="2" creationId="{52877A12-F8AF-632C-BAEE-7654A6F6E6AB}"/>
          </ac:spMkLst>
        </pc:spChg>
        <pc:graphicFrameChg chg="add mod ord modGraphic">
          <ac:chgData name="Guest User" userId="S::urn:spo:tenantanon#a270c1c3-8ae5-482f-a3dc-7a4cc780ed32::" providerId="AD" clId="Web-{5B4D8940-7819-27C2-E207-C2D386BA8CD5}" dt="2026-02-27T11:03:29.560" v="155"/>
          <ac:graphicFrameMkLst>
            <pc:docMk/>
            <pc:sldMk cId="2688031219" sldId="319"/>
            <ac:graphicFrameMk id="6" creationId="{AC039853-644F-C6B3-6E3E-C93AD956E194}"/>
          </ac:graphicFrameMkLst>
        </pc:graphicFrameChg>
      </pc:sldChg>
      <pc:sldChg chg="modSp new modNotes">
        <pc:chgData name="Guest User" userId="S::urn:spo:tenantanon#a270c1c3-8ae5-482f-a3dc-7a4cc780ed32::" providerId="AD" clId="Web-{5B4D8940-7819-27C2-E207-C2D386BA8CD5}" dt="2026-02-27T11:06:22.030" v="181" actId="20577"/>
        <pc:sldMkLst>
          <pc:docMk/>
          <pc:sldMk cId="2585629159" sldId="320"/>
        </pc:sldMkLst>
        <pc:spChg chg="mod">
          <ac:chgData name="Guest User" userId="S::urn:spo:tenantanon#a270c1c3-8ae5-482f-a3dc-7a4cc780ed32::" providerId="AD" clId="Web-{5B4D8940-7819-27C2-E207-C2D386BA8CD5}" dt="2026-02-27T11:01:49.934" v="126" actId="20577"/>
          <ac:spMkLst>
            <pc:docMk/>
            <pc:sldMk cId="2585629159" sldId="320"/>
            <ac:spMk id="2" creationId="{6BBDF6B9-8CD5-5190-73E3-9889BA3BC791}"/>
          </ac:spMkLst>
        </pc:spChg>
        <pc:spChg chg="mod">
          <ac:chgData name="Guest User" userId="S::urn:spo:tenantanon#a270c1c3-8ae5-482f-a3dc-7a4cc780ed32::" providerId="AD" clId="Web-{5B4D8940-7819-27C2-E207-C2D386BA8CD5}" dt="2026-02-27T11:06:22.030" v="181" actId="20577"/>
          <ac:spMkLst>
            <pc:docMk/>
            <pc:sldMk cId="2585629159" sldId="320"/>
            <ac:spMk id="3" creationId="{691EDC08-8A59-0A0F-D006-535D983C5AD8}"/>
          </ac:spMkLst>
        </pc:spChg>
      </pc:sldChg>
    </pc:docChg>
  </pc:docChgLst>
  <pc:docChgLst>
    <pc:chgData name="Guest User" userId="S::urn:spo:tenantanon#a270c1c3-8ae5-482f-a3dc-7a4cc780ed32::" providerId="AD" clId="Web-{7C9D1259-7CB4-B9B1-2FEB-353E082FCACD}"/>
    <pc:docChg chg="modSld">
      <pc:chgData name="Guest User" userId="S::urn:spo:tenantanon#a270c1c3-8ae5-482f-a3dc-7a4cc780ed32::" providerId="AD" clId="Web-{7C9D1259-7CB4-B9B1-2FEB-353E082FCACD}" dt="2026-02-24T14:44:05.182" v="17" actId="14100"/>
      <pc:docMkLst>
        <pc:docMk/>
      </pc:docMkLst>
      <pc:sldChg chg="modSp">
        <pc:chgData name="Guest User" userId="S::urn:spo:tenantanon#a270c1c3-8ae5-482f-a3dc-7a4cc780ed32::" providerId="AD" clId="Web-{7C9D1259-7CB4-B9B1-2FEB-353E082FCACD}" dt="2026-02-24T14:42:28.542" v="9" actId="20577"/>
        <pc:sldMkLst>
          <pc:docMk/>
          <pc:sldMk cId="1021572642" sldId="295"/>
        </pc:sldMkLst>
        <pc:spChg chg="mod">
          <ac:chgData name="Guest User" userId="S::urn:spo:tenantanon#a270c1c3-8ae5-482f-a3dc-7a4cc780ed32::" providerId="AD" clId="Web-{7C9D1259-7CB4-B9B1-2FEB-353E082FCACD}" dt="2026-02-24T14:42:28.542" v="9" actId="20577"/>
          <ac:spMkLst>
            <pc:docMk/>
            <pc:sldMk cId="1021572642" sldId="295"/>
            <ac:spMk id="4" creationId="{2C24861E-2560-401F-6895-A48917246A6C}"/>
          </ac:spMkLst>
        </pc:spChg>
      </pc:sldChg>
      <pc:sldChg chg="modSp">
        <pc:chgData name="Guest User" userId="S::urn:spo:tenantanon#a270c1c3-8ae5-482f-a3dc-7a4cc780ed32::" providerId="AD" clId="Web-{7C9D1259-7CB4-B9B1-2FEB-353E082FCACD}" dt="2026-02-24T14:44:05.182" v="17" actId="14100"/>
        <pc:sldMkLst>
          <pc:docMk/>
          <pc:sldMk cId="1340833979" sldId="298"/>
        </pc:sldMkLst>
        <pc:spChg chg="mod">
          <ac:chgData name="Guest User" userId="S::urn:spo:tenantanon#a270c1c3-8ae5-482f-a3dc-7a4cc780ed32::" providerId="AD" clId="Web-{7C9D1259-7CB4-B9B1-2FEB-353E082FCACD}" dt="2026-02-24T14:43:44.198" v="15" actId="20577"/>
          <ac:spMkLst>
            <pc:docMk/>
            <pc:sldMk cId="1340833979" sldId="298"/>
            <ac:spMk id="2" creationId="{EA5B9646-64B7-D322-85C5-94DBB85538B1}"/>
          </ac:spMkLst>
        </pc:spChg>
        <pc:spChg chg="mod">
          <ac:chgData name="Guest User" userId="S::urn:spo:tenantanon#a270c1c3-8ae5-482f-a3dc-7a4cc780ed32::" providerId="AD" clId="Web-{7C9D1259-7CB4-B9B1-2FEB-353E082FCACD}" dt="2026-02-24T14:44:05.182" v="17" actId="14100"/>
          <ac:spMkLst>
            <pc:docMk/>
            <pc:sldMk cId="1340833979" sldId="298"/>
            <ac:spMk id="3" creationId="{802B924A-CC3A-E81D-AC63-372A8AE6C156}"/>
          </ac:spMkLst>
        </pc:spChg>
      </pc:sldChg>
    </pc:docChg>
  </pc:docChgLst>
  <pc:docChgLst>
    <pc:chgData name="Utilisateur invité" userId="S::urn:spo:tenantanon#a270c1c3-8ae5-482f-a3dc-7a4cc780ed32::" providerId="AD" clId="Web-{FF8CC02D-B3D5-045F-8043-18896E8DBABD}"/>
    <pc:docChg chg="modSld">
      <pc:chgData name="Utilisateur invité" userId="S::urn:spo:tenantanon#a270c1c3-8ae5-482f-a3dc-7a4cc780ed32::" providerId="AD" clId="Web-{FF8CC02D-B3D5-045F-8043-18896E8DBABD}" dt="2026-02-25T12:44:35.631" v="3" actId="20577"/>
      <pc:docMkLst>
        <pc:docMk/>
      </pc:docMkLst>
      <pc:sldChg chg="modSp">
        <pc:chgData name="Utilisateur invité" userId="S::urn:spo:tenantanon#a270c1c3-8ae5-482f-a3dc-7a4cc780ed32::" providerId="AD" clId="Web-{FF8CC02D-B3D5-045F-8043-18896E8DBABD}" dt="2026-02-25T12:44:35.631" v="3" actId="20577"/>
        <pc:sldMkLst>
          <pc:docMk/>
          <pc:sldMk cId="3884206667" sldId="304"/>
        </pc:sldMkLst>
        <pc:spChg chg="mod">
          <ac:chgData name="Utilisateur invité" userId="S::urn:spo:tenantanon#a270c1c3-8ae5-482f-a3dc-7a4cc780ed32::" providerId="AD" clId="Web-{FF8CC02D-B3D5-045F-8043-18896E8DBABD}" dt="2026-02-25T12:44:35.631" v="3" actId="20577"/>
          <ac:spMkLst>
            <pc:docMk/>
            <pc:sldMk cId="3884206667" sldId="304"/>
            <ac:spMk id="3" creationId="{ABF38A69-298E-771F-FD26-B9B59F054B0E}"/>
          </ac:spMkLst>
        </pc:spChg>
      </pc:sldChg>
    </pc:docChg>
  </pc:docChgLst>
  <pc:docChgLst>
    <pc:chgData name="Millet, Arthur" userId="a1703bcd-6477-40e6-bd50-86ade154c01a" providerId="ADAL" clId="{A3E40B51-8C01-3355-ACE1-0E2AC6056D4F}"/>
    <pc:docChg chg="custSel modSld">
      <pc:chgData name="Millet, Arthur" userId="a1703bcd-6477-40e6-bd50-86ade154c01a" providerId="ADAL" clId="{A3E40B51-8C01-3355-ACE1-0E2AC6056D4F}" dt="2026-02-27T06:14:05.300" v="326" actId="14100"/>
      <pc:docMkLst>
        <pc:docMk/>
      </pc:docMkLst>
      <pc:sldChg chg="modSp mod">
        <pc:chgData name="Millet, Arthur" userId="a1703bcd-6477-40e6-bd50-86ade154c01a" providerId="ADAL" clId="{A3E40B51-8C01-3355-ACE1-0E2AC6056D4F}" dt="2026-02-27T06:14:05.300" v="326" actId="14100"/>
        <pc:sldMkLst>
          <pc:docMk/>
          <pc:sldMk cId="1697082868" sldId="317"/>
        </pc:sldMkLst>
        <pc:graphicFrameChg chg="mod modGraphic">
          <ac:chgData name="Millet, Arthur" userId="a1703bcd-6477-40e6-bd50-86ade154c01a" providerId="ADAL" clId="{A3E40B51-8C01-3355-ACE1-0E2AC6056D4F}" dt="2026-02-27T06:14:05.300" v="326" actId="14100"/>
          <ac:graphicFrameMkLst>
            <pc:docMk/>
            <pc:sldMk cId="1697082868" sldId="317"/>
            <ac:graphicFrameMk id="6" creationId="{A0466CC4-CD35-959B-B52E-B0A6ADA3486C}"/>
          </ac:graphicFrameMkLst>
        </pc:graphicFrameChg>
      </pc:sldChg>
    </pc:docChg>
  </pc:docChgLst>
  <pc:docChgLst>
    <pc:chgData name="Millet, Arthur" userId="a1703bcd-6477-40e6-bd50-86ade154c01a" providerId="ADAL" clId="{E3582ADA-4783-4D66-A008-28C1B6DA22FB}"/>
    <pc:docChg chg="undo redo custSel addSld delSld modSld sldOrd">
      <pc:chgData name="Millet, Arthur" userId="a1703bcd-6477-40e6-bd50-86ade154c01a" providerId="ADAL" clId="{E3582ADA-4783-4D66-A008-28C1B6DA22FB}" dt="2026-03-02T08:55:23.750" v="2789" actId="20577"/>
      <pc:docMkLst>
        <pc:docMk/>
      </pc:docMkLst>
      <pc:sldChg chg="delSp modSp mod">
        <pc:chgData name="Millet, Arthur" userId="a1703bcd-6477-40e6-bd50-86ade154c01a" providerId="ADAL" clId="{E3582ADA-4783-4D66-A008-28C1B6DA22FB}" dt="2026-03-02T08:55:23.750" v="2789" actId="20577"/>
        <pc:sldMkLst>
          <pc:docMk/>
          <pc:sldMk cId="3580076697" sldId="291"/>
        </pc:sldMkLst>
        <pc:spChg chg="mod">
          <ac:chgData name="Millet, Arthur" userId="a1703bcd-6477-40e6-bd50-86ade154c01a" providerId="ADAL" clId="{E3582ADA-4783-4D66-A008-28C1B6DA22FB}" dt="2026-03-02T08:55:23.750" v="2789" actId="20577"/>
          <ac:spMkLst>
            <pc:docMk/>
            <pc:sldMk cId="3580076697" sldId="291"/>
            <ac:spMk id="2" creationId="{5BEFA69D-C88F-647A-B794-19FBFB8FB698}"/>
          </ac:spMkLst>
        </pc:spChg>
        <pc:spChg chg="mod">
          <ac:chgData name="Millet, Arthur" userId="a1703bcd-6477-40e6-bd50-86ade154c01a" providerId="ADAL" clId="{E3582ADA-4783-4D66-A008-28C1B6DA22FB}" dt="2026-03-02T08:52:36.287" v="2773" actId="14100"/>
          <ac:spMkLst>
            <pc:docMk/>
            <pc:sldMk cId="3580076697" sldId="291"/>
            <ac:spMk id="3" creationId="{99ABBED3-EECF-68EF-1C93-5EB679460D4A}"/>
          </ac:spMkLst>
        </pc:spChg>
        <pc:spChg chg="del mod">
          <ac:chgData name="Millet, Arthur" userId="a1703bcd-6477-40e6-bd50-86ade154c01a" providerId="ADAL" clId="{E3582ADA-4783-4D66-A008-28C1B6DA22FB}" dt="2026-03-02T08:52:17.383" v="2772" actId="478"/>
          <ac:spMkLst>
            <pc:docMk/>
            <pc:sldMk cId="3580076697" sldId="291"/>
            <ac:spMk id="6" creationId="{076C86A3-E175-6C12-0118-FA23B774C84F}"/>
          </ac:spMkLst>
        </pc:spChg>
        <pc:spChg chg="del mod">
          <ac:chgData name="Millet, Arthur" userId="a1703bcd-6477-40e6-bd50-86ade154c01a" providerId="ADAL" clId="{E3582ADA-4783-4D66-A008-28C1B6DA22FB}" dt="2026-03-02T08:52:15.286" v="2771" actId="478"/>
          <ac:spMkLst>
            <pc:docMk/>
            <pc:sldMk cId="3580076697" sldId="291"/>
            <ac:spMk id="7" creationId="{00FA9478-8104-CD21-624F-F743A72D08B1}"/>
          </ac:spMkLst>
        </pc:spChg>
        <pc:spChg chg="mod">
          <ac:chgData name="Millet, Arthur" userId="a1703bcd-6477-40e6-bd50-86ade154c01a" providerId="ADAL" clId="{E3582ADA-4783-4D66-A008-28C1B6DA22FB}" dt="2026-02-25T08:43:41.646" v="1555" actId="208"/>
          <ac:spMkLst>
            <pc:docMk/>
            <pc:sldMk cId="3580076697" sldId="291"/>
            <ac:spMk id="10" creationId="{259AE2E7-2575-50C5-EE4B-7F68A23E396C}"/>
          </ac:spMkLst>
        </pc:spChg>
      </pc:sldChg>
      <pc:sldChg chg="modSp mod">
        <pc:chgData name="Millet, Arthur" userId="a1703bcd-6477-40e6-bd50-86ade154c01a" providerId="ADAL" clId="{E3582ADA-4783-4D66-A008-28C1B6DA22FB}" dt="2026-02-25T08:44:09.595" v="1556" actId="208"/>
        <pc:sldMkLst>
          <pc:docMk/>
          <pc:sldMk cId="1021572642" sldId="295"/>
        </pc:sldMkLst>
        <pc:spChg chg="mod">
          <ac:chgData name="Millet, Arthur" userId="a1703bcd-6477-40e6-bd50-86ade154c01a" providerId="ADAL" clId="{E3582ADA-4783-4D66-A008-28C1B6DA22FB}" dt="2026-02-25T08:43:12.261" v="1551" actId="208"/>
          <ac:spMkLst>
            <pc:docMk/>
            <pc:sldMk cId="1021572642" sldId="295"/>
            <ac:spMk id="3" creationId="{BD7A6B85-AD8F-B10B-A7ED-08A98444CA52}"/>
          </ac:spMkLst>
        </pc:spChg>
        <pc:spChg chg="mod">
          <ac:chgData name="Millet, Arthur" userId="a1703bcd-6477-40e6-bd50-86ade154c01a" providerId="ADAL" clId="{E3582ADA-4783-4D66-A008-28C1B6DA22FB}" dt="2026-02-25T08:44:09.595" v="1556" actId="208"/>
          <ac:spMkLst>
            <pc:docMk/>
            <pc:sldMk cId="1021572642" sldId="295"/>
            <ac:spMk id="8" creationId="{3BC30141-3909-B1FC-D527-8F4F1BAA57D6}"/>
          </ac:spMkLst>
        </pc:spChg>
      </pc:sldChg>
      <pc:sldChg chg="modSp mod">
        <pc:chgData name="Millet, Arthur" userId="a1703bcd-6477-40e6-bd50-86ade154c01a" providerId="ADAL" clId="{E3582ADA-4783-4D66-A008-28C1B6DA22FB}" dt="2026-02-25T08:43:07.378" v="1550" actId="208"/>
        <pc:sldMkLst>
          <pc:docMk/>
          <pc:sldMk cId="2602422626" sldId="297"/>
        </pc:sldMkLst>
        <pc:spChg chg="mod">
          <ac:chgData name="Millet, Arthur" userId="a1703bcd-6477-40e6-bd50-86ade154c01a" providerId="ADAL" clId="{E3582ADA-4783-4D66-A008-28C1B6DA22FB}" dt="2026-02-25T08:42:52.148" v="1547" actId="208"/>
          <ac:spMkLst>
            <pc:docMk/>
            <pc:sldMk cId="2602422626" sldId="297"/>
            <ac:spMk id="10" creationId="{A0E6345A-B490-9641-26CB-01212E76113D}"/>
          </ac:spMkLst>
        </pc:spChg>
        <pc:spChg chg="mod">
          <ac:chgData name="Millet, Arthur" userId="a1703bcd-6477-40e6-bd50-86ade154c01a" providerId="ADAL" clId="{E3582ADA-4783-4D66-A008-28C1B6DA22FB}" dt="2026-02-25T08:43:07.378" v="1550" actId="208"/>
          <ac:spMkLst>
            <pc:docMk/>
            <pc:sldMk cId="2602422626" sldId="297"/>
            <ac:spMk id="11" creationId="{7FDF3E5F-DDDF-2BD6-0AD1-4E9D80F08257}"/>
          </ac:spMkLst>
        </pc:spChg>
      </pc:sldChg>
      <pc:sldChg chg="modSp mod">
        <pc:chgData name="Millet, Arthur" userId="a1703bcd-6477-40e6-bd50-86ade154c01a" providerId="ADAL" clId="{E3582ADA-4783-4D66-A008-28C1B6DA22FB}" dt="2026-02-24T14:49:11.872" v="32" actId="20577"/>
        <pc:sldMkLst>
          <pc:docMk/>
          <pc:sldMk cId="1340833979" sldId="298"/>
        </pc:sldMkLst>
        <pc:spChg chg="mod">
          <ac:chgData name="Millet, Arthur" userId="a1703bcd-6477-40e6-bd50-86ade154c01a" providerId="ADAL" clId="{E3582ADA-4783-4D66-A008-28C1B6DA22FB}" dt="2026-02-24T14:49:11.872" v="32" actId="20577"/>
          <ac:spMkLst>
            <pc:docMk/>
            <pc:sldMk cId="1340833979" sldId="298"/>
            <ac:spMk id="3" creationId="{802B924A-CC3A-E81D-AC63-372A8AE6C156}"/>
          </ac:spMkLst>
        </pc:spChg>
      </pc:sldChg>
      <pc:sldChg chg="modSp add mod">
        <pc:chgData name="Millet, Arthur" userId="a1703bcd-6477-40e6-bd50-86ade154c01a" providerId="ADAL" clId="{E3582ADA-4783-4D66-A008-28C1B6DA22FB}" dt="2026-02-25T07:15:17.840" v="138" actId="6549"/>
        <pc:sldMkLst>
          <pc:docMk/>
          <pc:sldMk cId="2556344996" sldId="300"/>
        </pc:sldMkLst>
        <pc:spChg chg="mod">
          <ac:chgData name="Millet, Arthur" userId="a1703bcd-6477-40e6-bd50-86ade154c01a" providerId="ADAL" clId="{E3582ADA-4783-4D66-A008-28C1B6DA22FB}" dt="2026-02-24T15:24:57.866" v="46" actId="20577"/>
          <ac:spMkLst>
            <pc:docMk/>
            <pc:sldMk cId="2556344996" sldId="300"/>
            <ac:spMk id="2" creationId="{875F542D-5843-DC1B-61CF-599CFADF3B71}"/>
          </ac:spMkLst>
        </pc:spChg>
        <pc:spChg chg="mod">
          <ac:chgData name="Millet, Arthur" userId="a1703bcd-6477-40e6-bd50-86ade154c01a" providerId="ADAL" clId="{E3582ADA-4783-4D66-A008-28C1B6DA22FB}" dt="2026-02-25T07:15:17.840" v="138" actId="6549"/>
          <ac:spMkLst>
            <pc:docMk/>
            <pc:sldMk cId="2556344996" sldId="300"/>
            <ac:spMk id="3" creationId="{69D83CC0-7B05-3851-E965-52D390E750AE}"/>
          </ac:spMkLst>
        </pc:spChg>
      </pc:sldChg>
      <pc:sldChg chg="modSp add mod">
        <pc:chgData name="Millet, Arthur" userId="a1703bcd-6477-40e6-bd50-86ade154c01a" providerId="ADAL" clId="{E3582ADA-4783-4D66-A008-28C1B6DA22FB}" dt="2026-02-25T07:20:02.866" v="289" actId="20577"/>
        <pc:sldMkLst>
          <pc:docMk/>
          <pc:sldMk cId="3521495632" sldId="302"/>
        </pc:sldMkLst>
        <pc:spChg chg="mod">
          <ac:chgData name="Millet, Arthur" userId="a1703bcd-6477-40e6-bd50-86ade154c01a" providerId="ADAL" clId="{E3582ADA-4783-4D66-A008-28C1B6DA22FB}" dt="2026-02-25T07:20:02.866" v="289" actId="20577"/>
          <ac:spMkLst>
            <pc:docMk/>
            <pc:sldMk cId="3521495632" sldId="302"/>
            <ac:spMk id="3" creationId="{EF0AF0E0-C519-FB54-D662-CF2CF7DC25D1}"/>
          </ac:spMkLst>
        </pc:spChg>
      </pc:sldChg>
      <pc:sldChg chg="modSp add mod replId">
        <pc:chgData name="Millet, Arthur" userId="a1703bcd-6477-40e6-bd50-86ade154c01a" providerId="ADAL" clId="{E3582ADA-4783-4D66-A008-28C1B6DA22FB}" dt="2026-02-25T07:32:25.665" v="864" actId="20577"/>
        <pc:sldMkLst>
          <pc:docMk/>
          <pc:sldMk cId="1031622234" sldId="303"/>
        </pc:sldMkLst>
        <pc:spChg chg="mod">
          <ac:chgData name="Millet, Arthur" userId="a1703bcd-6477-40e6-bd50-86ade154c01a" providerId="ADAL" clId="{E3582ADA-4783-4D66-A008-28C1B6DA22FB}" dt="2026-02-25T07:32:25.665" v="864" actId="20577"/>
          <ac:spMkLst>
            <pc:docMk/>
            <pc:sldMk cId="1031622234" sldId="303"/>
            <ac:spMk id="3" creationId="{A663D758-1873-135A-8CD9-2F6675400D85}"/>
          </ac:spMkLst>
        </pc:spChg>
      </pc:sldChg>
      <pc:sldChg chg="modSp add mod">
        <pc:chgData name="Millet, Arthur" userId="a1703bcd-6477-40e6-bd50-86ade154c01a" providerId="ADAL" clId="{E3582ADA-4783-4D66-A008-28C1B6DA22FB}" dt="2026-02-25T08:08:20.608" v="1501" actId="27636"/>
        <pc:sldMkLst>
          <pc:docMk/>
          <pc:sldMk cId="3884206667" sldId="304"/>
        </pc:sldMkLst>
        <pc:spChg chg="mod">
          <ac:chgData name="Millet, Arthur" userId="a1703bcd-6477-40e6-bd50-86ade154c01a" providerId="ADAL" clId="{E3582ADA-4783-4D66-A008-28C1B6DA22FB}" dt="2026-02-25T08:08:20.608" v="1501" actId="27636"/>
          <ac:spMkLst>
            <pc:docMk/>
            <pc:sldMk cId="3884206667" sldId="304"/>
            <ac:spMk id="3" creationId="{ABF38A69-298E-771F-FD26-B9B59F054B0E}"/>
          </ac:spMkLst>
        </pc:spChg>
      </pc:sldChg>
      <pc:sldChg chg="addSp modSp add mod">
        <pc:chgData name="Millet, Arthur" userId="a1703bcd-6477-40e6-bd50-86ade154c01a" providerId="ADAL" clId="{E3582ADA-4783-4D66-A008-28C1B6DA22FB}" dt="2026-02-25T08:08:05.533" v="1499" actId="27636"/>
        <pc:sldMkLst>
          <pc:docMk/>
          <pc:sldMk cId="2076771697" sldId="305"/>
        </pc:sldMkLst>
        <pc:spChg chg="mod">
          <ac:chgData name="Millet, Arthur" userId="a1703bcd-6477-40e6-bd50-86ade154c01a" providerId="ADAL" clId="{E3582ADA-4783-4D66-A008-28C1B6DA22FB}" dt="2026-02-25T08:08:05.533" v="1499" actId="27636"/>
          <ac:spMkLst>
            <pc:docMk/>
            <pc:sldMk cId="2076771697" sldId="305"/>
            <ac:spMk id="3" creationId="{C1B567F4-DED2-EF99-FF0E-63E7E9AC95BF}"/>
          </ac:spMkLst>
        </pc:spChg>
      </pc:sldChg>
      <pc:sldChg chg="modSp add mod">
        <pc:chgData name="Millet, Arthur" userId="a1703bcd-6477-40e6-bd50-86ade154c01a" providerId="ADAL" clId="{E3582ADA-4783-4D66-A008-28C1B6DA22FB}" dt="2026-02-25T14:24:11.643" v="1920" actId="20577"/>
        <pc:sldMkLst>
          <pc:docMk/>
          <pc:sldMk cId="751414471" sldId="306"/>
        </pc:sldMkLst>
        <pc:spChg chg="mod">
          <ac:chgData name="Millet, Arthur" userId="a1703bcd-6477-40e6-bd50-86ade154c01a" providerId="ADAL" clId="{E3582ADA-4783-4D66-A008-28C1B6DA22FB}" dt="2026-02-25T08:34:49.311" v="1515" actId="20577"/>
          <ac:spMkLst>
            <pc:docMk/>
            <pc:sldMk cId="751414471" sldId="306"/>
            <ac:spMk id="2" creationId="{5BF7B3C7-7F25-1E76-E006-653E1DD2F9E1}"/>
          </ac:spMkLst>
        </pc:spChg>
        <pc:spChg chg="mod">
          <ac:chgData name="Millet, Arthur" userId="a1703bcd-6477-40e6-bd50-86ade154c01a" providerId="ADAL" clId="{E3582ADA-4783-4D66-A008-28C1B6DA22FB}" dt="2026-02-25T14:24:11.643" v="1920" actId="20577"/>
          <ac:spMkLst>
            <pc:docMk/>
            <pc:sldMk cId="751414471" sldId="306"/>
            <ac:spMk id="3" creationId="{0DEFED3D-0498-DA5E-58DB-369C72C2E091}"/>
          </ac:spMkLst>
        </pc:spChg>
      </pc:sldChg>
      <pc:sldChg chg="modSp add mod">
        <pc:chgData name="Millet, Arthur" userId="a1703bcd-6477-40e6-bd50-86ade154c01a" providerId="ADAL" clId="{E3582ADA-4783-4D66-A008-28C1B6DA22FB}" dt="2026-02-25T14:25:40.542" v="1933" actId="20577"/>
        <pc:sldMkLst>
          <pc:docMk/>
          <pc:sldMk cId="4271189543" sldId="307"/>
        </pc:sldMkLst>
        <pc:spChg chg="mod">
          <ac:chgData name="Millet, Arthur" userId="a1703bcd-6477-40e6-bd50-86ade154c01a" providerId="ADAL" clId="{E3582ADA-4783-4D66-A008-28C1B6DA22FB}" dt="2026-02-25T08:35:04.074" v="1524" actId="20577"/>
          <ac:spMkLst>
            <pc:docMk/>
            <pc:sldMk cId="4271189543" sldId="307"/>
            <ac:spMk id="2" creationId="{59AE3E90-5141-0537-AEFD-5D289B212E02}"/>
          </ac:spMkLst>
        </pc:spChg>
        <pc:spChg chg="mod">
          <ac:chgData name="Millet, Arthur" userId="a1703bcd-6477-40e6-bd50-86ade154c01a" providerId="ADAL" clId="{E3582ADA-4783-4D66-A008-28C1B6DA22FB}" dt="2026-02-25T14:25:40.542" v="1933" actId="20577"/>
          <ac:spMkLst>
            <pc:docMk/>
            <pc:sldMk cId="4271189543" sldId="307"/>
            <ac:spMk id="3" creationId="{D3CCA3BC-893E-1585-3FA3-3732DF6C0509}"/>
          </ac:spMkLst>
        </pc:spChg>
      </pc:sldChg>
      <pc:sldChg chg="modSp add mod ord">
        <pc:chgData name="Millet, Arthur" userId="a1703bcd-6477-40e6-bd50-86ade154c01a" providerId="ADAL" clId="{E3582ADA-4783-4D66-A008-28C1B6DA22FB}" dt="2026-02-27T07:05:20.537" v="2533" actId="14100"/>
        <pc:sldMkLst>
          <pc:docMk/>
          <pc:sldMk cId="1202785248" sldId="308"/>
        </pc:sldMkLst>
        <pc:spChg chg="mod">
          <ac:chgData name="Millet, Arthur" userId="a1703bcd-6477-40e6-bd50-86ade154c01a" providerId="ADAL" clId="{E3582ADA-4783-4D66-A008-28C1B6DA22FB}" dt="2026-02-27T07:05:20.537" v="2533" actId="14100"/>
          <ac:spMkLst>
            <pc:docMk/>
            <pc:sldMk cId="1202785248" sldId="308"/>
            <ac:spMk id="3" creationId="{6A0BCD83-077E-EA4C-2B96-C9782064D3C6}"/>
          </ac:spMkLst>
        </pc:spChg>
      </pc:sldChg>
      <pc:sldChg chg="modSp add mod">
        <pc:chgData name="Millet, Arthur" userId="a1703bcd-6477-40e6-bd50-86ade154c01a" providerId="ADAL" clId="{E3582ADA-4783-4D66-A008-28C1B6DA22FB}" dt="2026-02-25T14:25:24.799" v="1930" actId="113"/>
        <pc:sldMkLst>
          <pc:docMk/>
          <pc:sldMk cId="1835788236" sldId="309"/>
        </pc:sldMkLst>
        <pc:spChg chg="mod">
          <ac:chgData name="Millet, Arthur" userId="a1703bcd-6477-40e6-bd50-86ade154c01a" providerId="ADAL" clId="{E3582ADA-4783-4D66-A008-28C1B6DA22FB}" dt="2026-02-25T14:25:24.799" v="1930" actId="113"/>
          <ac:spMkLst>
            <pc:docMk/>
            <pc:sldMk cId="1835788236" sldId="309"/>
            <ac:spMk id="3" creationId="{DA8F0736-4CEE-E021-41D6-55E54BFC6B6C}"/>
          </ac:spMkLst>
        </pc:spChg>
      </pc:sldChg>
      <pc:sldChg chg="addSp modSp add mod">
        <pc:chgData name="Millet, Arthur" userId="a1703bcd-6477-40e6-bd50-86ade154c01a" providerId="ADAL" clId="{E3582ADA-4783-4D66-A008-28C1B6DA22FB}" dt="2026-02-27T11:14:35.143" v="2749" actId="1076"/>
        <pc:sldMkLst>
          <pc:docMk/>
          <pc:sldMk cId="91745120" sldId="310"/>
        </pc:sldMkLst>
        <pc:spChg chg="mod">
          <ac:chgData name="Millet, Arthur" userId="a1703bcd-6477-40e6-bd50-86ade154c01a" providerId="ADAL" clId="{E3582ADA-4783-4D66-A008-28C1B6DA22FB}" dt="2026-02-25T08:58:40.567" v="1588" actId="20577"/>
          <ac:spMkLst>
            <pc:docMk/>
            <pc:sldMk cId="91745120" sldId="310"/>
            <ac:spMk id="2" creationId="{0F9FEAE8-D96E-DBC0-94C7-022D3FB618E7}"/>
          </ac:spMkLst>
        </pc:spChg>
        <pc:spChg chg="mod">
          <ac:chgData name="Millet, Arthur" userId="a1703bcd-6477-40e6-bd50-86ade154c01a" providerId="ADAL" clId="{E3582ADA-4783-4D66-A008-28C1B6DA22FB}" dt="2026-02-25T12:34:42.957" v="1716" actId="255"/>
          <ac:spMkLst>
            <pc:docMk/>
            <pc:sldMk cId="91745120" sldId="310"/>
            <ac:spMk id="3" creationId="{C41186B2-5E93-2721-E3F9-025A6C8C756C}"/>
          </ac:spMkLst>
        </pc:spChg>
        <pc:spChg chg="add mod">
          <ac:chgData name="Millet, Arthur" userId="a1703bcd-6477-40e6-bd50-86ade154c01a" providerId="ADAL" clId="{E3582ADA-4783-4D66-A008-28C1B6DA22FB}" dt="2026-02-27T11:14:35.143" v="2749" actId="1076"/>
          <ac:spMkLst>
            <pc:docMk/>
            <pc:sldMk cId="91745120" sldId="310"/>
            <ac:spMk id="5" creationId="{FEEEB4EC-139F-CEF6-CC85-DF4349317320}"/>
          </ac:spMkLst>
        </pc:spChg>
        <pc:spChg chg="add mod">
          <ac:chgData name="Millet, Arthur" userId="a1703bcd-6477-40e6-bd50-86ade154c01a" providerId="ADAL" clId="{E3582ADA-4783-4D66-A008-28C1B6DA22FB}" dt="2026-02-27T11:14:10.050" v="2747" actId="1076"/>
          <ac:spMkLst>
            <pc:docMk/>
            <pc:sldMk cId="91745120" sldId="310"/>
            <ac:spMk id="6" creationId="{C13F8BF4-C710-F670-0DB9-D0AF53354C53}"/>
          </ac:spMkLst>
        </pc:spChg>
      </pc:sldChg>
      <pc:sldChg chg="addSp delSp modSp add mod">
        <pc:chgData name="Millet, Arthur" userId="a1703bcd-6477-40e6-bd50-86ade154c01a" providerId="ADAL" clId="{E3582ADA-4783-4D66-A008-28C1B6DA22FB}" dt="2026-02-25T14:35:09.694" v="2013" actId="20577"/>
        <pc:sldMkLst>
          <pc:docMk/>
          <pc:sldMk cId="878439444" sldId="313"/>
        </pc:sldMkLst>
        <pc:spChg chg="mod">
          <ac:chgData name="Millet, Arthur" userId="a1703bcd-6477-40e6-bd50-86ade154c01a" providerId="ADAL" clId="{E3582ADA-4783-4D66-A008-28C1B6DA22FB}" dt="2026-02-25T14:35:09.694" v="2013" actId="20577"/>
          <ac:spMkLst>
            <pc:docMk/>
            <pc:sldMk cId="878439444" sldId="313"/>
            <ac:spMk id="2" creationId="{F582ABD9-A425-97C9-B706-794DBB4A2FC6}"/>
          </ac:spMkLst>
        </pc:spChg>
        <pc:spChg chg="add mod">
          <ac:chgData name="Millet, Arthur" userId="a1703bcd-6477-40e6-bd50-86ade154c01a" providerId="ADAL" clId="{E3582ADA-4783-4D66-A008-28C1B6DA22FB}" dt="2026-02-25T14:30:38.570" v="1991" actId="1076"/>
          <ac:spMkLst>
            <pc:docMk/>
            <pc:sldMk cId="878439444" sldId="313"/>
            <ac:spMk id="11" creationId="{D746C655-6910-34DE-D95A-0EF70C8FB856}"/>
          </ac:spMkLst>
        </pc:spChg>
        <pc:picChg chg="add mod">
          <ac:chgData name="Millet, Arthur" userId="a1703bcd-6477-40e6-bd50-86ade154c01a" providerId="ADAL" clId="{E3582ADA-4783-4D66-A008-28C1B6DA22FB}" dt="2026-02-25T14:29:49.599" v="1985" actId="1076"/>
          <ac:picMkLst>
            <pc:docMk/>
            <pc:sldMk cId="878439444" sldId="313"/>
            <ac:picMk id="9" creationId="{E23894FF-2AB6-272F-C2FD-0E7670E67F05}"/>
          </ac:picMkLst>
        </pc:picChg>
      </pc:sldChg>
      <pc:sldChg chg="addSp delSp modSp add mod ord">
        <pc:chgData name="Millet, Arthur" userId="a1703bcd-6477-40e6-bd50-86ade154c01a" providerId="ADAL" clId="{E3582ADA-4783-4D66-A008-28C1B6DA22FB}" dt="2026-02-25T14:35:06.758" v="2012" actId="20577"/>
        <pc:sldMkLst>
          <pc:docMk/>
          <pc:sldMk cId="3487693728" sldId="314"/>
        </pc:sldMkLst>
        <pc:spChg chg="mod">
          <ac:chgData name="Millet, Arthur" userId="a1703bcd-6477-40e6-bd50-86ade154c01a" providerId="ADAL" clId="{E3582ADA-4783-4D66-A008-28C1B6DA22FB}" dt="2026-02-25T14:35:06.758" v="2012" actId="20577"/>
          <ac:spMkLst>
            <pc:docMk/>
            <pc:sldMk cId="3487693728" sldId="314"/>
            <ac:spMk id="2" creationId="{7206C2A3-7C52-D405-7497-D7550D358C27}"/>
          </ac:spMkLst>
        </pc:spChg>
        <pc:picChg chg="add mod">
          <ac:chgData name="Millet, Arthur" userId="a1703bcd-6477-40e6-bd50-86ade154c01a" providerId="ADAL" clId="{E3582ADA-4783-4D66-A008-28C1B6DA22FB}" dt="2026-02-25T14:29:02.506" v="1968" actId="1076"/>
          <ac:picMkLst>
            <pc:docMk/>
            <pc:sldMk cId="3487693728" sldId="314"/>
            <ac:picMk id="5" creationId="{4D743055-A46A-954F-FC64-CAC328FCE152}"/>
          </ac:picMkLst>
        </pc:picChg>
      </pc:sldChg>
      <pc:sldChg chg="addSp delSp modSp add mod">
        <pc:chgData name="Millet, Arthur" userId="a1703bcd-6477-40e6-bd50-86ade154c01a" providerId="ADAL" clId="{E3582ADA-4783-4D66-A008-28C1B6DA22FB}" dt="2026-02-25T14:35:16.888" v="2015" actId="6549"/>
        <pc:sldMkLst>
          <pc:docMk/>
          <pc:sldMk cId="2522914043" sldId="315"/>
        </pc:sldMkLst>
        <pc:spChg chg="mod">
          <ac:chgData name="Millet, Arthur" userId="a1703bcd-6477-40e6-bd50-86ade154c01a" providerId="ADAL" clId="{E3582ADA-4783-4D66-A008-28C1B6DA22FB}" dt="2026-02-25T14:35:16.888" v="2015" actId="6549"/>
          <ac:spMkLst>
            <pc:docMk/>
            <pc:sldMk cId="2522914043" sldId="315"/>
            <ac:spMk id="2" creationId="{36E1556D-FE54-EAE5-7D45-4CDCAB57AA86}"/>
          </ac:spMkLst>
        </pc:spChg>
        <pc:spChg chg="add mod">
          <ac:chgData name="Millet, Arthur" userId="a1703bcd-6477-40e6-bd50-86ade154c01a" providerId="ADAL" clId="{E3582ADA-4783-4D66-A008-28C1B6DA22FB}" dt="2026-02-25T14:32:17.005" v="2011" actId="1076"/>
          <ac:spMkLst>
            <pc:docMk/>
            <pc:sldMk cId="2522914043" sldId="315"/>
            <ac:spMk id="7" creationId="{B98DE7A9-B67E-2A36-2E75-950076D18A27}"/>
          </ac:spMkLst>
        </pc:spChg>
        <pc:picChg chg="add mod">
          <ac:chgData name="Millet, Arthur" userId="a1703bcd-6477-40e6-bd50-86ade154c01a" providerId="ADAL" clId="{E3582ADA-4783-4D66-A008-28C1B6DA22FB}" dt="2026-02-25T14:32:05.082" v="2009" actId="1076"/>
          <ac:picMkLst>
            <pc:docMk/>
            <pc:sldMk cId="2522914043" sldId="315"/>
            <ac:picMk id="3" creationId="{EC85C7B5-F2FD-79ED-399F-9CA5E1FAA25A}"/>
          </ac:picMkLst>
        </pc:picChg>
        <pc:picChg chg="add mod">
          <ac:chgData name="Millet, Arthur" userId="a1703bcd-6477-40e6-bd50-86ade154c01a" providerId="ADAL" clId="{E3582ADA-4783-4D66-A008-28C1B6DA22FB}" dt="2026-02-25T14:32:05.082" v="2009" actId="1076"/>
          <ac:picMkLst>
            <pc:docMk/>
            <pc:sldMk cId="2522914043" sldId="315"/>
            <ac:picMk id="5" creationId="{F47F2382-FE23-841E-50A1-0ECF0452266A}"/>
          </ac:picMkLst>
        </pc:picChg>
      </pc:sldChg>
      <pc:sldChg chg="addSp delSp modSp add mod">
        <pc:chgData name="Millet, Arthur" userId="a1703bcd-6477-40e6-bd50-86ade154c01a" providerId="ADAL" clId="{E3582ADA-4783-4D66-A008-28C1B6DA22FB}" dt="2026-02-25T14:35:12.968" v="2014" actId="20577"/>
        <pc:sldMkLst>
          <pc:docMk/>
          <pc:sldMk cId="1369284683" sldId="316"/>
        </pc:sldMkLst>
        <pc:spChg chg="mod">
          <ac:chgData name="Millet, Arthur" userId="a1703bcd-6477-40e6-bd50-86ade154c01a" providerId="ADAL" clId="{E3582ADA-4783-4D66-A008-28C1B6DA22FB}" dt="2026-02-25T14:35:12.968" v="2014" actId="20577"/>
          <ac:spMkLst>
            <pc:docMk/>
            <pc:sldMk cId="1369284683" sldId="316"/>
            <ac:spMk id="2" creationId="{35CC5F85-FF15-7893-DB27-B6EB8A2C7BB1}"/>
          </ac:spMkLst>
        </pc:spChg>
        <pc:spChg chg="add mod">
          <ac:chgData name="Millet, Arthur" userId="a1703bcd-6477-40e6-bd50-86ade154c01a" providerId="ADAL" clId="{E3582ADA-4783-4D66-A008-28C1B6DA22FB}" dt="2026-02-25T14:31:25.638" v="2001" actId="1076"/>
          <ac:spMkLst>
            <pc:docMk/>
            <pc:sldMk cId="1369284683" sldId="316"/>
            <ac:spMk id="6" creationId="{CBBC45D8-1B9F-6615-4466-4412C6381486}"/>
          </ac:spMkLst>
        </pc:spChg>
        <pc:picChg chg="add mod">
          <ac:chgData name="Millet, Arthur" userId="a1703bcd-6477-40e6-bd50-86ade154c01a" providerId="ADAL" clId="{E3582ADA-4783-4D66-A008-28C1B6DA22FB}" dt="2026-02-25T14:31:07.608" v="1997" actId="1076"/>
          <ac:picMkLst>
            <pc:docMk/>
            <pc:sldMk cId="1369284683" sldId="316"/>
            <ac:picMk id="3" creationId="{5663E0AE-4FE2-F124-EB06-F72684D5F939}"/>
          </ac:picMkLst>
        </pc:picChg>
      </pc:sldChg>
      <pc:sldChg chg="addSp delSp modSp add mod ord">
        <pc:chgData name="Millet, Arthur" userId="a1703bcd-6477-40e6-bd50-86ade154c01a" providerId="ADAL" clId="{E3582ADA-4783-4D66-A008-28C1B6DA22FB}" dt="2026-02-27T07:41:53.325" v="2734" actId="1076"/>
        <pc:sldMkLst>
          <pc:docMk/>
          <pc:sldMk cId="1697082868" sldId="317"/>
        </pc:sldMkLst>
        <pc:spChg chg="mod">
          <ac:chgData name="Millet, Arthur" userId="a1703bcd-6477-40e6-bd50-86ade154c01a" providerId="ADAL" clId="{E3582ADA-4783-4D66-A008-28C1B6DA22FB}" dt="2026-02-25T14:45:24.329" v="2045" actId="20577"/>
          <ac:spMkLst>
            <pc:docMk/>
            <pc:sldMk cId="1697082868" sldId="317"/>
            <ac:spMk id="2" creationId="{0DA2A116-9828-20F0-CF67-073A81C2AA10}"/>
          </ac:spMkLst>
        </pc:spChg>
        <pc:graphicFrameChg chg="add mod ord modGraphic">
          <ac:chgData name="Millet, Arthur" userId="a1703bcd-6477-40e6-bd50-86ade154c01a" providerId="ADAL" clId="{E3582ADA-4783-4D66-A008-28C1B6DA22FB}" dt="2026-02-27T07:41:53.325" v="2734" actId="1076"/>
          <ac:graphicFrameMkLst>
            <pc:docMk/>
            <pc:sldMk cId="1697082868" sldId="317"/>
            <ac:graphicFrameMk id="6" creationId="{A0466CC4-CD35-959B-B52E-B0A6ADA3486C}"/>
          </ac:graphicFrameMkLst>
        </pc:graphicFrameChg>
      </pc:sldChg>
      <pc:sldChg chg="modSp mod">
        <pc:chgData name="Millet, Arthur" userId="a1703bcd-6477-40e6-bd50-86ade154c01a" providerId="ADAL" clId="{E3582ADA-4783-4D66-A008-28C1B6DA22FB}" dt="2026-02-27T11:08:33.433" v="2738" actId="1035"/>
        <pc:sldMkLst>
          <pc:docMk/>
          <pc:sldMk cId="176235576" sldId="318"/>
        </pc:sldMkLst>
        <pc:graphicFrameChg chg="mod modGraphic">
          <ac:chgData name="Millet, Arthur" userId="a1703bcd-6477-40e6-bd50-86ade154c01a" providerId="ADAL" clId="{E3582ADA-4783-4D66-A008-28C1B6DA22FB}" dt="2026-02-27T11:08:33.433" v="2738" actId="1035"/>
          <ac:graphicFrameMkLst>
            <pc:docMk/>
            <pc:sldMk cId="176235576" sldId="318"/>
            <ac:graphicFrameMk id="6" creationId="{61E48957-C73C-DC79-8EED-777D310A4DBD}"/>
          </ac:graphicFrameMkLst>
        </pc:graphicFrameChg>
      </pc:sldChg>
      <pc:sldChg chg="modSp mod">
        <pc:chgData name="Millet, Arthur" userId="a1703bcd-6477-40e6-bd50-86ade154c01a" providerId="ADAL" clId="{E3582ADA-4783-4D66-A008-28C1B6DA22FB}" dt="2026-02-27T11:09:12.049" v="2745" actId="6549"/>
        <pc:sldMkLst>
          <pc:docMk/>
          <pc:sldMk cId="2688031219" sldId="319"/>
        </pc:sldMkLst>
        <pc:graphicFrameChg chg="modGraphic">
          <ac:chgData name="Millet, Arthur" userId="a1703bcd-6477-40e6-bd50-86ade154c01a" providerId="ADAL" clId="{E3582ADA-4783-4D66-A008-28C1B6DA22FB}" dt="2026-02-27T11:09:12.049" v="2745" actId="6549"/>
          <ac:graphicFrameMkLst>
            <pc:docMk/>
            <pc:sldMk cId="2688031219" sldId="319"/>
            <ac:graphicFrameMk id="6" creationId="{AC039853-644F-C6B3-6E3E-C93AD956E194}"/>
          </ac:graphicFrameMkLst>
        </pc:graphicFrameChg>
      </pc:sldChg>
    </pc:docChg>
  </pc:docChgLst>
  <pc:docChgLst>
    <pc:chgData name="Utilisateur invité" userId="S::urn:spo:tenantanon#a270c1c3-8ae5-482f-a3dc-7a4cc780ed32::" providerId="AD" clId="Web-{91CAFCC6-8ABC-C989-E102-88FFB13DA071}"/>
    <pc:docChg chg="modSld">
      <pc:chgData name="Utilisateur invité" userId="S::urn:spo:tenantanon#a270c1c3-8ae5-482f-a3dc-7a4cc780ed32::" providerId="AD" clId="Web-{91CAFCC6-8ABC-C989-E102-88FFB13DA071}" dt="2026-02-27T11:31:14.721" v="14" actId="20577"/>
      <pc:docMkLst>
        <pc:docMk/>
      </pc:docMkLst>
      <pc:sldChg chg="modSp">
        <pc:chgData name="Utilisateur invité" userId="S::urn:spo:tenantanon#a270c1c3-8ae5-482f-a3dc-7a4cc780ed32::" providerId="AD" clId="Web-{91CAFCC6-8ABC-C989-E102-88FFB13DA071}" dt="2026-02-27T11:31:14.721" v="14" actId="20577"/>
        <pc:sldMkLst>
          <pc:docMk/>
          <pc:sldMk cId="4251955490" sldId="270"/>
        </pc:sldMkLst>
        <pc:spChg chg="mod">
          <ac:chgData name="Utilisateur invité" userId="S::urn:spo:tenantanon#a270c1c3-8ae5-482f-a3dc-7a4cc780ed32::" providerId="AD" clId="Web-{91CAFCC6-8ABC-C989-E102-88FFB13DA071}" dt="2026-02-27T11:31:14.721" v="14" actId="20577"/>
          <ac:spMkLst>
            <pc:docMk/>
            <pc:sldMk cId="4251955490" sldId="270"/>
            <ac:spMk id="4" creationId="{9DEA057C-202D-FE78-A432-B44B1B6AD47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A104A3-8CAA-4524-BFE2-C1CE8380C4EC}" type="datetimeFigureOut">
              <a:rPr lang="fr-FR" smtClean="0"/>
              <a:t>27/02/2026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B5FDC3-B184-4B9F-96AA-A66563B73DCD}" type="slidenum">
              <a:rPr lang="fr-FR" smtClean="0"/>
              <a:t>‹#›</a:t>
            </a:fld>
            <a:endParaRPr lang="fr-FR"/>
          </a:p>
        </p:txBody>
      </p:sp>
    </p:spTree>
    <p:extLst>
      <p:ext uri="{BB962C8B-B14F-4D97-AF65-F5344CB8AC3E}">
        <p14:creationId xmlns:p14="http://schemas.microsoft.com/office/powerpoint/2010/main" val="1245504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76704167-1EF2-42BE-9406-E2368FBE9789}" type="slidenum">
              <a:rPr lang="fr-FR" smtClean="0"/>
              <a:t>3</a:t>
            </a:fld>
            <a:endParaRPr lang="fr-FR"/>
          </a:p>
        </p:txBody>
      </p:sp>
    </p:spTree>
    <p:extLst>
      <p:ext uri="{BB962C8B-B14F-4D97-AF65-F5344CB8AC3E}">
        <p14:creationId xmlns:p14="http://schemas.microsoft.com/office/powerpoint/2010/main" val="1333915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E1A41-28D8-F1A7-0FB5-D71A8AF2D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60C0-3FEB-7153-E2EF-BC96BF4CF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27C5C-9C5E-423C-1978-6E0B3CF86795}"/>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698AB8C2-ECE4-4914-6806-1230DFB7A255}"/>
              </a:ext>
            </a:extLst>
          </p:cNvPr>
          <p:cNvSpPr>
            <a:spLocks noGrp="1"/>
          </p:cNvSpPr>
          <p:nvPr>
            <p:ph type="sldNum" sz="quarter" idx="5"/>
          </p:nvPr>
        </p:nvSpPr>
        <p:spPr/>
        <p:txBody>
          <a:bodyPr/>
          <a:lstStyle/>
          <a:p>
            <a:fld id="{76704167-1EF2-42BE-9406-E2368FBE9789}" type="slidenum">
              <a:rPr lang="fr-FR" smtClean="0"/>
              <a:t>4</a:t>
            </a:fld>
            <a:endParaRPr lang="fr-FR"/>
          </a:p>
        </p:txBody>
      </p:sp>
    </p:spTree>
    <p:extLst>
      <p:ext uri="{BB962C8B-B14F-4D97-AF65-F5344CB8AC3E}">
        <p14:creationId xmlns:p14="http://schemas.microsoft.com/office/powerpoint/2010/main" val="3334912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Dates de fin = dates </a:t>
            </a:r>
            <a:r>
              <a:rPr lang="en-US" err="1">
                <a:latin typeface="Calibri"/>
                <a:ea typeface="Calibri"/>
                <a:cs typeface="Calibri"/>
              </a:rPr>
              <a:t>où</a:t>
            </a:r>
            <a:r>
              <a:rPr lang="en-US">
                <a:latin typeface="Calibri"/>
                <a:ea typeface="Calibri"/>
                <a:cs typeface="Calibri"/>
              </a:rPr>
              <a:t> </a:t>
            </a:r>
            <a:r>
              <a:rPr lang="en-US" err="1">
                <a:latin typeface="Calibri"/>
                <a:ea typeface="Calibri"/>
                <a:cs typeface="Calibri"/>
              </a:rPr>
              <a:t>l'on</a:t>
            </a:r>
            <a:r>
              <a:rPr lang="en-US">
                <a:latin typeface="Calibri"/>
                <a:ea typeface="Calibri"/>
                <a:cs typeface="Calibri"/>
              </a:rPr>
              <a:t> livre </a:t>
            </a:r>
            <a:r>
              <a:rPr lang="en-US" err="1">
                <a:latin typeface="Calibri"/>
                <a:ea typeface="Calibri"/>
                <a:cs typeface="Calibri"/>
              </a:rPr>
              <a:t>une</a:t>
            </a:r>
            <a:r>
              <a:rPr lang="en-US">
                <a:latin typeface="Calibri"/>
                <a:ea typeface="Calibri"/>
                <a:cs typeface="Calibri"/>
              </a:rPr>
              <a:t> version de </a:t>
            </a:r>
            <a:r>
              <a:rPr lang="en-US" err="1">
                <a:latin typeface="Calibri"/>
                <a:ea typeface="Calibri"/>
                <a:cs typeface="Calibri"/>
              </a:rPr>
              <a:t>l'application</a:t>
            </a:r>
            <a:r>
              <a:rPr lang="en-US">
                <a:latin typeface="Calibri"/>
                <a:ea typeface="Calibri"/>
                <a:cs typeface="Calibri"/>
              </a:rPr>
              <a:t> au client</a:t>
            </a:r>
          </a:p>
          <a:p>
            <a:endParaRPr lang="en-US">
              <a:latin typeface="Calibri"/>
              <a:ea typeface="Calibri"/>
              <a:cs typeface="Calibri"/>
            </a:endParaRPr>
          </a:p>
          <a:p>
            <a:r>
              <a:rPr lang="en-US">
                <a:latin typeface="Calibri"/>
                <a:ea typeface="Calibri"/>
                <a:cs typeface="Calibri"/>
              </a:rPr>
              <a:t>Tests </a:t>
            </a:r>
            <a:r>
              <a:rPr lang="en-US" err="1">
                <a:latin typeface="Calibri"/>
                <a:ea typeface="Calibri"/>
                <a:cs typeface="Calibri"/>
              </a:rPr>
              <a:t>inclus</a:t>
            </a:r>
            <a:r>
              <a:rPr lang="en-US">
                <a:latin typeface="Calibri"/>
                <a:ea typeface="Calibri"/>
                <a:cs typeface="Calibri"/>
              </a:rPr>
              <a:t> au fur et à </a:t>
            </a:r>
            <a:r>
              <a:rPr lang="en-US" err="1">
                <a:latin typeface="Calibri"/>
                <a:ea typeface="Calibri"/>
                <a:cs typeface="Calibri"/>
              </a:rPr>
              <a:t>mesure</a:t>
            </a:r>
            <a:r>
              <a:rPr lang="en-US">
                <a:latin typeface="Calibri"/>
                <a:ea typeface="Calibri"/>
                <a:cs typeface="Calibri"/>
              </a:rPr>
              <a:t> du </a:t>
            </a:r>
            <a:r>
              <a:rPr lang="en-US" err="1">
                <a:latin typeface="Calibri"/>
                <a:ea typeface="Calibri"/>
                <a:cs typeface="Calibri"/>
              </a:rPr>
              <a:t>développement</a:t>
            </a:r>
            <a:r>
              <a:rPr lang="en-US">
                <a:latin typeface="Calibri"/>
                <a:ea typeface="Calibri"/>
                <a:cs typeface="Calibri"/>
              </a:rPr>
              <a:t> : tests </a:t>
            </a:r>
            <a:r>
              <a:rPr lang="en-US" err="1">
                <a:latin typeface="Calibri"/>
                <a:ea typeface="Calibri"/>
                <a:cs typeface="Calibri"/>
              </a:rPr>
              <a:t>d'intégration</a:t>
            </a:r>
            <a:r>
              <a:rPr lang="en-US">
                <a:latin typeface="Calibri"/>
                <a:ea typeface="Calibri"/>
                <a:cs typeface="Calibri"/>
              </a:rPr>
              <a:t>, tests end-to-end </a:t>
            </a:r>
            <a:r>
              <a:rPr lang="en-US" err="1">
                <a:latin typeface="Calibri"/>
                <a:ea typeface="Calibri"/>
                <a:cs typeface="Calibri"/>
              </a:rPr>
              <a:t>basé</a:t>
            </a:r>
            <a:r>
              <a:rPr lang="en-US">
                <a:latin typeface="Calibri"/>
                <a:ea typeface="Calibri"/>
                <a:cs typeface="Calibri"/>
              </a:rPr>
              <a:t> sur des workflows, tests </a:t>
            </a:r>
            <a:r>
              <a:rPr lang="en-US" err="1">
                <a:latin typeface="Calibri"/>
                <a:ea typeface="Calibri"/>
                <a:cs typeface="Calibri"/>
              </a:rPr>
              <a:t>d'acceptation</a:t>
            </a:r>
            <a:r>
              <a:rPr lang="en-US">
                <a:latin typeface="Calibri"/>
                <a:ea typeface="Calibri"/>
                <a:cs typeface="Calibri"/>
              </a:rPr>
              <a:t> avec des users stories</a:t>
            </a:r>
          </a:p>
        </p:txBody>
      </p:sp>
      <p:sp>
        <p:nvSpPr>
          <p:cNvPr id="4" name="Slide Number Placeholder 3"/>
          <p:cNvSpPr>
            <a:spLocks noGrp="1"/>
          </p:cNvSpPr>
          <p:nvPr>
            <p:ph type="sldNum" sz="quarter" idx="5"/>
          </p:nvPr>
        </p:nvSpPr>
        <p:spPr/>
        <p:txBody>
          <a:bodyPr/>
          <a:lstStyle/>
          <a:p>
            <a:fld id="{CC623D94-DAEB-4986-BCE7-9F9012A18B3A}" type="slidenum">
              <a:rPr lang="fr-FR" smtClean="0"/>
              <a:t>7</a:t>
            </a:fld>
            <a:endParaRPr lang="fr-FR"/>
          </a:p>
        </p:txBody>
      </p:sp>
    </p:spTree>
    <p:extLst>
      <p:ext uri="{BB962C8B-B14F-4D97-AF65-F5344CB8AC3E}">
        <p14:creationId xmlns:p14="http://schemas.microsoft.com/office/powerpoint/2010/main" val="1986480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Note sur la qualification (ERCAS) :</a:t>
            </a:r>
            <a:r>
              <a:rPr lang="en-US"/>
              <a:t> </a:t>
            </a:r>
            <a:r>
              <a:rPr lang="en-US" err="1"/>
              <a:t>Votre</a:t>
            </a:r>
            <a:r>
              <a:rPr lang="en-US"/>
              <a:t> </a:t>
            </a:r>
            <a:r>
              <a:rPr lang="en-US" err="1"/>
              <a:t>projet</a:t>
            </a:r>
            <a:r>
              <a:rPr lang="en-US"/>
              <a:t> </a:t>
            </a:r>
            <a:r>
              <a:rPr lang="en-US" err="1"/>
              <a:t>s'inscrit</a:t>
            </a:r>
            <a:r>
              <a:rPr lang="en-US"/>
              <a:t> </a:t>
            </a:r>
            <a:r>
              <a:rPr lang="en-US" err="1"/>
              <a:t>principalement</a:t>
            </a:r>
            <a:r>
              <a:rPr lang="en-US"/>
              <a:t> dans </a:t>
            </a:r>
            <a:r>
              <a:rPr lang="en-US" err="1"/>
              <a:t>une</a:t>
            </a:r>
            <a:r>
              <a:rPr lang="en-US"/>
              <a:t> démarche </a:t>
            </a:r>
            <a:r>
              <a:rPr lang="en-US" err="1"/>
              <a:t>d'</a:t>
            </a:r>
            <a:r>
              <a:rPr lang="en-US" b="1" err="1"/>
              <a:t>Évitement</a:t>
            </a:r>
            <a:r>
              <a:rPr lang="en-US"/>
              <a:t> (</a:t>
            </a:r>
            <a:r>
              <a:rPr lang="en-US" err="1"/>
              <a:t>éviter</a:t>
            </a:r>
            <a:r>
              <a:rPr lang="en-US"/>
              <a:t> le </a:t>
            </a:r>
            <a:r>
              <a:rPr lang="en-US" err="1"/>
              <a:t>biais</a:t>
            </a:r>
            <a:r>
              <a:rPr lang="en-US"/>
              <a:t> par le design) et de </a:t>
            </a:r>
            <a:r>
              <a:rPr lang="en-US" b="1" err="1"/>
              <a:t>Réduction</a:t>
            </a:r>
            <a:r>
              <a:rPr lang="en-US"/>
              <a:t> (</a:t>
            </a:r>
            <a:r>
              <a:rPr lang="en-US" err="1"/>
              <a:t>réduire</a:t>
            </a:r>
            <a:r>
              <a:rPr lang="en-US"/>
              <a:t> </a:t>
            </a:r>
            <a:r>
              <a:rPr lang="en-US" err="1"/>
              <a:t>l'énergie</a:t>
            </a:r>
            <a:r>
              <a:rPr lang="en-US"/>
              <a:t> par </a:t>
            </a:r>
            <a:r>
              <a:rPr lang="en-US" err="1"/>
              <a:t>l'optimisation</a:t>
            </a:r>
            <a:r>
              <a:rPr lang="en-US"/>
              <a:t> </a:t>
            </a:r>
            <a:r>
              <a:rPr lang="en-US" err="1"/>
              <a:t>algorithmique</a:t>
            </a:r>
            <a:r>
              <a:rPr lang="en-US"/>
              <a:t>). Il ne </a:t>
            </a:r>
            <a:r>
              <a:rPr lang="en-US" err="1"/>
              <a:t>relève</a:t>
            </a:r>
            <a:r>
              <a:rPr lang="en-US"/>
              <a:t> pas </a:t>
            </a:r>
            <a:r>
              <a:rPr lang="en-US" err="1"/>
              <a:t>directement</a:t>
            </a:r>
            <a:r>
              <a:rPr lang="en-US"/>
              <a:t> des "solutions </a:t>
            </a:r>
            <a:r>
              <a:rPr lang="en-US" err="1"/>
              <a:t>fondées</a:t>
            </a:r>
            <a:r>
              <a:rPr lang="en-US"/>
              <a:t> sur la nature", </a:t>
            </a:r>
            <a:r>
              <a:rPr lang="en-US" err="1"/>
              <a:t>mais</a:t>
            </a:r>
            <a:r>
              <a:rPr lang="en-US"/>
              <a:t> </a:t>
            </a:r>
            <a:r>
              <a:rPr lang="en-US" err="1"/>
              <a:t>plutôt</a:t>
            </a:r>
            <a:r>
              <a:rPr lang="en-US"/>
              <a:t> de la </a:t>
            </a:r>
            <a:r>
              <a:rPr lang="en-US" b="1" err="1"/>
              <a:t>Responsabilité</a:t>
            </a:r>
            <a:r>
              <a:rPr lang="en-US" b="1"/>
              <a:t> Numérique des Entreprises (RNE)</a:t>
            </a:r>
            <a:r>
              <a:rPr lang="en-US"/>
              <a:t>.</a:t>
            </a:r>
          </a:p>
        </p:txBody>
      </p:sp>
      <p:sp>
        <p:nvSpPr>
          <p:cNvPr id="4" name="Slide Number Placeholder 3"/>
          <p:cNvSpPr>
            <a:spLocks noGrp="1"/>
          </p:cNvSpPr>
          <p:nvPr>
            <p:ph type="sldNum" sz="quarter" idx="5"/>
          </p:nvPr>
        </p:nvSpPr>
        <p:spPr/>
        <p:txBody>
          <a:bodyPr/>
          <a:lstStyle/>
          <a:p>
            <a:fld id="{EBB5FDC3-B184-4B9F-96AA-A66563B73DCD}" type="slidenum">
              <a:rPr lang="fr-FR" smtClean="0"/>
              <a:t>23</a:t>
            </a:fld>
            <a:endParaRPr lang="fr-FR"/>
          </a:p>
        </p:txBody>
      </p:sp>
    </p:spTree>
    <p:extLst>
      <p:ext uri="{BB962C8B-B14F-4D97-AF65-F5344CB8AC3E}">
        <p14:creationId xmlns:p14="http://schemas.microsoft.com/office/powerpoint/2010/main" val="355878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CD3B0-B5F2-7DA4-4107-B46976FE88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6D3DFD07-2387-199D-AB43-5E6154C36D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6D066BEC-8086-3523-FE4E-2B79B0DFF97F}"/>
              </a:ext>
            </a:extLst>
          </p:cNvPr>
          <p:cNvSpPr>
            <a:spLocks noGrp="1"/>
          </p:cNvSpPr>
          <p:nvPr>
            <p:ph type="dt" sz="half" idx="10"/>
          </p:nvPr>
        </p:nvSpPr>
        <p:spPr/>
        <p:txBody>
          <a:bodyPr/>
          <a:lstStyle/>
          <a:p>
            <a:fld id="{5DD46B8B-A4A7-4EC1-B1CB-8AB37E68A1C7}" type="datetime1">
              <a:rPr lang="fr-FR" smtClean="0"/>
              <a:t>27/02/2026</a:t>
            </a:fld>
            <a:endParaRPr lang="fr-FR"/>
          </a:p>
        </p:txBody>
      </p:sp>
      <p:sp>
        <p:nvSpPr>
          <p:cNvPr id="5" name="Footer Placeholder 4">
            <a:extLst>
              <a:ext uri="{FF2B5EF4-FFF2-40B4-BE49-F238E27FC236}">
                <a16:creationId xmlns:a16="http://schemas.microsoft.com/office/drawing/2014/main" id="{0111C200-2073-CEE3-2F07-406ABDAC27E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054595F-0133-6FE4-F496-0B3B37E0D3FC}"/>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306391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8FB41-3AE4-F578-8245-FB7C14A7D084}"/>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305232AF-7CC2-77BC-E73A-C788514556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79897F2-D3E9-8498-0189-8104970CBA37}"/>
              </a:ext>
            </a:extLst>
          </p:cNvPr>
          <p:cNvSpPr>
            <a:spLocks noGrp="1"/>
          </p:cNvSpPr>
          <p:nvPr>
            <p:ph type="dt" sz="half" idx="10"/>
          </p:nvPr>
        </p:nvSpPr>
        <p:spPr/>
        <p:txBody>
          <a:bodyPr/>
          <a:lstStyle/>
          <a:p>
            <a:fld id="{173BFB8C-7EC1-420D-9B17-626B45A70C2F}" type="datetime1">
              <a:rPr lang="fr-FR" smtClean="0"/>
              <a:t>27/02/2026</a:t>
            </a:fld>
            <a:endParaRPr lang="fr-FR"/>
          </a:p>
        </p:txBody>
      </p:sp>
      <p:sp>
        <p:nvSpPr>
          <p:cNvPr id="5" name="Footer Placeholder 4">
            <a:extLst>
              <a:ext uri="{FF2B5EF4-FFF2-40B4-BE49-F238E27FC236}">
                <a16:creationId xmlns:a16="http://schemas.microsoft.com/office/drawing/2014/main" id="{5C373CB5-632E-15FD-D41A-E0E200433A6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7D5CC644-7EF6-4847-17B0-324D0679C121}"/>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3913089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A66FF-1DEC-6B56-EC57-4211282CE7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EE82B3F9-1A34-B49D-0A2D-81EC889675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2300DD-318C-E479-B784-2BEDC8DF85B5}"/>
              </a:ext>
            </a:extLst>
          </p:cNvPr>
          <p:cNvSpPr>
            <a:spLocks noGrp="1"/>
          </p:cNvSpPr>
          <p:nvPr>
            <p:ph type="dt" sz="half" idx="10"/>
          </p:nvPr>
        </p:nvSpPr>
        <p:spPr/>
        <p:txBody>
          <a:bodyPr/>
          <a:lstStyle/>
          <a:p>
            <a:fld id="{86298909-A20C-4C5B-BD4D-1FFBD12043DA}" type="datetime1">
              <a:rPr lang="fr-FR" smtClean="0"/>
              <a:t>27/02/2026</a:t>
            </a:fld>
            <a:endParaRPr lang="fr-FR"/>
          </a:p>
        </p:txBody>
      </p:sp>
      <p:sp>
        <p:nvSpPr>
          <p:cNvPr id="5" name="Footer Placeholder 4">
            <a:extLst>
              <a:ext uri="{FF2B5EF4-FFF2-40B4-BE49-F238E27FC236}">
                <a16:creationId xmlns:a16="http://schemas.microsoft.com/office/drawing/2014/main" id="{DC251949-4662-E366-46E3-EE38CF7725D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A2BA6D2-95C5-0653-0FBE-0BA6D8F694AC}"/>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161654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FBC9D-C1FF-E238-D5DA-280B1D8D6023}"/>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F8D7BAAF-7D6E-1606-0F07-6D3AB484CF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6CC55BFC-B2A5-A84B-A13A-91FE963B37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35838606-8204-C64F-044C-BE62E0225472}"/>
              </a:ext>
            </a:extLst>
          </p:cNvPr>
          <p:cNvSpPr>
            <a:spLocks noGrp="1"/>
          </p:cNvSpPr>
          <p:nvPr>
            <p:ph type="dt" sz="half" idx="10"/>
          </p:nvPr>
        </p:nvSpPr>
        <p:spPr/>
        <p:txBody>
          <a:bodyPr/>
          <a:lstStyle/>
          <a:p>
            <a:fld id="{2A7810BD-657D-4BF1-8577-515A0B6D2A87}" type="datetime1">
              <a:rPr lang="fr-FR" smtClean="0"/>
              <a:t>27/02/2026</a:t>
            </a:fld>
            <a:endParaRPr lang="fr-FR"/>
          </a:p>
        </p:txBody>
      </p:sp>
      <p:sp>
        <p:nvSpPr>
          <p:cNvPr id="6" name="Footer Placeholder 5">
            <a:extLst>
              <a:ext uri="{FF2B5EF4-FFF2-40B4-BE49-F238E27FC236}">
                <a16:creationId xmlns:a16="http://schemas.microsoft.com/office/drawing/2014/main" id="{DA3AA31E-F199-BA95-8CA8-236BD9F703E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BED6D541-0D38-1999-5B16-066F3B8E41DD}"/>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1720546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3577-276B-5443-1FFD-E652172DF32A}"/>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6FF67C2-B3FE-6F78-4914-1A3720771B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1E689B-C889-D084-040C-DBD941ABEF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577AF7FC-A630-A0D2-55C0-3190407317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5F749-118C-984E-8F8D-C3E889E769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4CDD5424-3895-7E14-EC19-61FD237E7AFC}"/>
              </a:ext>
            </a:extLst>
          </p:cNvPr>
          <p:cNvSpPr>
            <a:spLocks noGrp="1"/>
          </p:cNvSpPr>
          <p:nvPr>
            <p:ph type="dt" sz="half" idx="10"/>
          </p:nvPr>
        </p:nvSpPr>
        <p:spPr/>
        <p:txBody>
          <a:bodyPr/>
          <a:lstStyle/>
          <a:p>
            <a:fld id="{C646645A-0E72-4CE5-84D6-A28950F337F4}" type="datetime1">
              <a:rPr lang="fr-FR" smtClean="0"/>
              <a:t>27/02/2026</a:t>
            </a:fld>
            <a:endParaRPr lang="fr-FR"/>
          </a:p>
        </p:txBody>
      </p:sp>
      <p:sp>
        <p:nvSpPr>
          <p:cNvPr id="8" name="Footer Placeholder 7">
            <a:extLst>
              <a:ext uri="{FF2B5EF4-FFF2-40B4-BE49-F238E27FC236}">
                <a16:creationId xmlns:a16="http://schemas.microsoft.com/office/drawing/2014/main" id="{883D0D2E-214F-5A68-764D-879F2950B89C}"/>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4A4DFBCD-9972-2DCF-9CDE-CF060349CF6E}"/>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3172792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31C3A-0FD3-1B2E-4BB6-1260EBC94A2D}"/>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D40CC227-F0AA-2B25-F1DD-4D0AB2CE4F74}"/>
              </a:ext>
            </a:extLst>
          </p:cNvPr>
          <p:cNvSpPr>
            <a:spLocks noGrp="1"/>
          </p:cNvSpPr>
          <p:nvPr>
            <p:ph type="dt" sz="half" idx="10"/>
          </p:nvPr>
        </p:nvSpPr>
        <p:spPr/>
        <p:txBody>
          <a:bodyPr/>
          <a:lstStyle/>
          <a:p>
            <a:fld id="{3CD2E903-4AB4-4665-8E6B-2E003D8C3265}" type="datetime1">
              <a:rPr lang="fr-FR" smtClean="0"/>
              <a:t>27/02/2026</a:t>
            </a:fld>
            <a:endParaRPr lang="fr-FR"/>
          </a:p>
        </p:txBody>
      </p:sp>
      <p:sp>
        <p:nvSpPr>
          <p:cNvPr id="4" name="Footer Placeholder 3">
            <a:extLst>
              <a:ext uri="{FF2B5EF4-FFF2-40B4-BE49-F238E27FC236}">
                <a16:creationId xmlns:a16="http://schemas.microsoft.com/office/drawing/2014/main" id="{F8CB78A9-98AF-BF18-A376-38135C975A6F}"/>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E70EC8BA-AC97-CF4D-006A-5630428EFEB6}"/>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1816546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8A75A-0CFC-18F7-0FA7-00851DEEF7F1}"/>
              </a:ext>
            </a:extLst>
          </p:cNvPr>
          <p:cNvSpPr>
            <a:spLocks noGrp="1"/>
          </p:cNvSpPr>
          <p:nvPr>
            <p:ph type="dt" sz="half" idx="10"/>
          </p:nvPr>
        </p:nvSpPr>
        <p:spPr/>
        <p:txBody>
          <a:bodyPr/>
          <a:lstStyle/>
          <a:p>
            <a:fld id="{8A7E7FEF-7BDA-4FC3-85B0-004F05BCEF99}" type="datetime1">
              <a:rPr lang="fr-FR" smtClean="0"/>
              <a:t>27/02/2026</a:t>
            </a:fld>
            <a:endParaRPr lang="fr-FR"/>
          </a:p>
        </p:txBody>
      </p:sp>
      <p:sp>
        <p:nvSpPr>
          <p:cNvPr id="3" name="Footer Placeholder 2">
            <a:extLst>
              <a:ext uri="{FF2B5EF4-FFF2-40B4-BE49-F238E27FC236}">
                <a16:creationId xmlns:a16="http://schemas.microsoft.com/office/drawing/2014/main" id="{A85596F6-7556-04A3-A9D7-1E24259F0300}"/>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39B49AFB-A80C-4787-4BD5-82A4EAC2B075}"/>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26436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6BC9-8BC0-903C-4ECA-CDB663544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889B7EDF-7DE9-3D58-ACD0-FECAF3EE80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815ADF2F-D52B-D67F-55D9-A5EBE9E9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9CAC87-8891-7844-9FC7-B202705DED38}"/>
              </a:ext>
            </a:extLst>
          </p:cNvPr>
          <p:cNvSpPr>
            <a:spLocks noGrp="1"/>
          </p:cNvSpPr>
          <p:nvPr>
            <p:ph type="dt" sz="half" idx="10"/>
          </p:nvPr>
        </p:nvSpPr>
        <p:spPr/>
        <p:txBody>
          <a:bodyPr/>
          <a:lstStyle/>
          <a:p>
            <a:fld id="{849E4C7E-39D8-4F60-8C47-37CB2D160B8C}" type="datetime1">
              <a:rPr lang="fr-FR" smtClean="0"/>
              <a:t>27/02/2026</a:t>
            </a:fld>
            <a:endParaRPr lang="fr-FR"/>
          </a:p>
        </p:txBody>
      </p:sp>
      <p:sp>
        <p:nvSpPr>
          <p:cNvPr id="6" name="Footer Placeholder 5">
            <a:extLst>
              <a:ext uri="{FF2B5EF4-FFF2-40B4-BE49-F238E27FC236}">
                <a16:creationId xmlns:a16="http://schemas.microsoft.com/office/drawing/2014/main" id="{1716A148-15C0-FBF1-BE18-0C0BA0938B6E}"/>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F2DE5EB6-678D-BA0A-CA93-14CC9AAE8F7B}"/>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259052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2BFB-76B3-5A38-7354-86D74B01A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4EA01141-8C57-B67D-18D4-F9238C823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86D3BD04-4976-64F3-612F-5AB73D240A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9A5932-2F59-848E-F873-DB18399B6F20}"/>
              </a:ext>
            </a:extLst>
          </p:cNvPr>
          <p:cNvSpPr>
            <a:spLocks noGrp="1"/>
          </p:cNvSpPr>
          <p:nvPr>
            <p:ph type="dt" sz="half" idx="10"/>
          </p:nvPr>
        </p:nvSpPr>
        <p:spPr/>
        <p:txBody>
          <a:bodyPr/>
          <a:lstStyle/>
          <a:p>
            <a:fld id="{DCBBE24A-EC05-4642-BF0F-5F22EEE02AD5}" type="datetime1">
              <a:rPr lang="fr-FR" smtClean="0"/>
              <a:t>27/02/2026</a:t>
            </a:fld>
            <a:endParaRPr lang="fr-FR"/>
          </a:p>
        </p:txBody>
      </p:sp>
      <p:sp>
        <p:nvSpPr>
          <p:cNvPr id="6" name="Footer Placeholder 5">
            <a:extLst>
              <a:ext uri="{FF2B5EF4-FFF2-40B4-BE49-F238E27FC236}">
                <a16:creationId xmlns:a16="http://schemas.microsoft.com/office/drawing/2014/main" id="{9EEB23CB-62F9-7AFC-944E-6E7F83E08FC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71E1AC0-031B-EF93-56C7-016B59DB69DF}"/>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2172544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BEB7C-9C0C-EAC3-6238-2CFE7904F4CB}"/>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9A9681D1-87DD-557F-66CD-7FBB011953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9C1E3EF-F7B5-F50B-823E-F99A397AA1AA}"/>
              </a:ext>
            </a:extLst>
          </p:cNvPr>
          <p:cNvSpPr>
            <a:spLocks noGrp="1"/>
          </p:cNvSpPr>
          <p:nvPr>
            <p:ph type="dt" sz="half" idx="10"/>
          </p:nvPr>
        </p:nvSpPr>
        <p:spPr/>
        <p:txBody>
          <a:bodyPr/>
          <a:lstStyle/>
          <a:p>
            <a:fld id="{1C17B8B6-8C72-4EA9-92FE-CBB3865D30E6}" type="datetime1">
              <a:rPr lang="fr-FR" smtClean="0"/>
              <a:t>27/02/2026</a:t>
            </a:fld>
            <a:endParaRPr lang="fr-FR"/>
          </a:p>
        </p:txBody>
      </p:sp>
      <p:sp>
        <p:nvSpPr>
          <p:cNvPr id="5" name="Footer Placeholder 4">
            <a:extLst>
              <a:ext uri="{FF2B5EF4-FFF2-40B4-BE49-F238E27FC236}">
                <a16:creationId xmlns:a16="http://schemas.microsoft.com/office/drawing/2014/main" id="{7A42D549-DE21-A95E-CA68-1C191AD3882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D94DC1A-4FCE-AE77-6195-E2A34109D614}"/>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4278810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033D4-F3EE-9BDF-0816-D569026F27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9700F46A-AD0E-3C65-33D9-9A560E93F2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D8B90B5-1EA9-BC3D-041A-0E027E6F9F46}"/>
              </a:ext>
            </a:extLst>
          </p:cNvPr>
          <p:cNvSpPr>
            <a:spLocks noGrp="1"/>
          </p:cNvSpPr>
          <p:nvPr>
            <p:ph type="dt" sz="half" idx="10"/>
          </p:nvPr>
        </p:nvSpPr>
        <p:spPr/>
        <p:txBody>
          <a:bodyPr/>
          <a:lstStyle/>
          <a:p>
            <a:fld id="{C560B12B-0657-4978-AE18-8C38A1D20809}" type="datetime1">
              <a:rPr lang="fr-FR" smtClean="0"/>
              <a:t>27/02/2026</a:t>
            </a:fld>
            <a:endParaRPr lang="fr-FR"/>
          </a:p>
        </p:txBody>
      </p:sp>
      <p:sp>
        <p:nvSpPr>
          <p:cNvPr id="5" name="Footer Placeholder 4">
            <a:extLst>
              <a:ext uri="{FF2B5EF4-FFF2-40B4-BE49-F238E27FC236}">
                <a16:creationId xmlns:a16="http://schemas.microsoft.com/office/drawing/2014/main" id="{FD4F8605-17DD-FC84-F091-BBCD9A9770F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F759F3C-8A0F-A097-3D7F-9D94CCABF85B}"/>
              </a:ext>
            </a:extLst>
          </p:cNvPr>
          <p:cNvSpPr>
            <a:spLocks noGrp="1"/>
          </p:cNvSpPr>
          <p:nvPr>
            <p:ph type="sldNum" sz="quarter" idx="12"/>
          </p:nvPr>
        </p:nvSpPr>
        <p:spPr/>
        <p:txBody>
          <a:bodyPr/>
          <a:lstStyle/>
          <a:p>
            <a:fld id="{D8330167-9ACD-4CBA-BC3C-461396547B0B}" type="slidenum">
              <a:rPr lang="fr-FR" smtClean="0"/>
              <a:t>‹#›</a:t>
            </a:fld>
            <a:endParaRPr lang="fr-FR"/>
          </a:p>
        </p:txBody>
      </p:sp>
    </p:spTree>
    <p:extLst>
      <p:ext uri="{BB962C8B-B14F-4D97-AF65-F5344CB8AC3E}">
        <p14:creationId xmlns:p14="http://schemas.microsoft.com/office/powerpoint/2010/main" val="200025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E099-1619-86CD-780C-0DB0C704E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99C0A6CF-C5C5-6627-FCDB-2DC215114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D560EAB2-C889-2915-61E1-DDDBF1E1EF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37A5A1-55E6-43D8-92E3-4AE016FA5BCD}" type="datetime1">
              <a:rPr lang="fr-FR" smtClean="0"/>
              <a:t>27/02/2026</a:t>
            </a:fld>
            <a:endParaRPr lang="fr-FR"/>
          </a:p>
        </p:txBody>
      </p:sp>
      <p:sp>
        <p:nvSpPr>
          <p:cNvPr id="5" name="Footer Placeholder 4">
            <a:extLst>
              <a:ext uri="{FF2B5EF4-FFF2-40B4-BE49-F238E27FC236}">
                <a16:creationId xmlns:a16="http://schemas.microsoft.com/office/drawing/2014/main" id="{F818BA68-8478-6961-BBBB-6B749E1235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520B9101-94CF-A406-FC41-9D4DCEF866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330167-9ACD-4CBA-BC3C-461396547B0B}" type="slidenum">
              <a:rPr lang="fr-FR" smtClean="0"/>
              <a:t>‹#›</a:t>
            </a:fld>
            <a:endParaRPr lang="fr-FR"/>
          </a:p>
        </p:txBody>
      </p:sp>
    </p:spTree>
    <p:extLst>
      <p:ext uri="{BB962C8B-B14F-4D97-AF65-F5344CB8AC3E}">
        <p14:creationId xmlns:p14="http://schemas.microsoft.com/office/powerpoint/2010/main" val="2100830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F6E1-32F6-77E9-E761-EA6FDEA67739}"/>
              </a:ext>
            </a:extLst>
          </p:cNvPr>
          <p:cNvSpPr>
            <a:spLocks noGrp="1"/>
          </p:cNvSpPr>
          <p:nvPr>
            <p:ph type="ctrTitle"/>
          </p:nvPr>
        </p:nvSpPr>
        <p:spPr/>
        <p:txBody>
          <a:bodyPr>
            <a:normAutofit/>
          </a:bodyPr>
          <a:lstStyle/>
          <a:p>
            <a:r>
              <a:rPr lang="fr-FR" sz="6600" b="1"/>
              <a:t>PROJET </a:t>
            </a:r>
            <a:r>
              <a:rPr lang="fr-FR" sz="6600" b="1" err="1"/>
              <a:t>WeJob</a:t>
            </a:r>
            <a:endParaRPr lang="fr-FR" sz="6600" b="1" noProof="0"/>
          </a:p>
        </p:txBody>
      </p:sp>
      <p:sp>
        <p:nvSpPr>
          <p:cNvPr id="3" name="Subtitle 2">
            <a:extLst>
              <a:ext uri="{FF2B5EF4-FFF2-40B4-BE49-F238E27FC236}">
                <a16:creationId xmlns:a16="http://schemas.microsoft.com/office/drawing/2014/main" id="{23BE597F-821C-150F-99F5-763903C24E79}"/>
              </a:ext>
            </a:extLst>
          </p:cNvPr>
          <p:cNvSpPr>
            <a:spLocks noGrp="1"/>
          </p:cNvSpPr>
          <p:nvPr>
            <p:ph type="subTitle" idx="1"/>
          </p:nvPr>
        </p:nvSpPr>
        <p:spPr>
          <a:xfrm>
            <a:off x="1423358" y="4220264"/>
            <a:ext cx="9144000" cy="1655762"/>
          </a:xfrm>
        </p:spPr>
        <p:txBody>
          <a:bodyPr vert="horz" lIns="91440" tIns="45720" rIns="91440" bIns="45720" rtlCol="0" anchor="t">
            <a:normAutofit/>
          </a:bodyPr>
          <a:lstStyle/>
          <a:p>
            <a:r>
              <a:rPr lang="fr-FR" sz="2000" noProof="0"/>
              <a:t>Akram ROUBIA</a:t>
            </a:r>
          </a:p>
          <a:p>
            <a:r>
              <a:rPr lang="fr-FR" sz="2000" noProof="0"/>
              <a:t>Arthur MILLET</a:t>
            </a:r>
          </a:p>
          <a:p>
            <a:r>
              <a:rPr lang="fr-FR" sz="2000" noProof="0"/>
              <a:t>Chloé MERCIER</a:t>
            </a:r>
          </a:p>
          <a:p>
            <a:r>
              <a:rPr lang="fr-FR" sz="2000" noProof="0"/>
              <a:t>Jessy SANFILIPPO</a:t>
            </a:r>
          </a:p>
        </p:txBody>
      </p:sp>
      <p:pic>
        <p:nvPicPr>
          <p:cNvPr id="5" name="Picture 4">
            <a:extLst>
              <a:ext uri="{FF2B5EF4-FFF2-40B4-BE49-F238E27FC236}">
                <a16:creationId xmlns:a16="http://schemas.microsoft.com/office/drawing/2014/main" id="{2E4D8C19-63FB-DF29-E1D2-6750B0184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72" y="780511"/>
            <a:ext cx="3580673" cy="925513"/>
          </a:xfrm>
          <a:prstGeom prst="rect">
            <a:avLst/>
          </a:prstGeom>
        </p:spPr>
      </p:pic>
      <p:pic>
        <p:nvPicPr>
          <p:cNvPr id="1026" name="Picture 2">
            <a:extLst>
              <a:ext uri="{FF2B5EF4-FFF2-40B4-BE49-F238E27FC236}">
                <a16:creationId xmlns:a16="http://schemas.microsoft.com/office/drawing/2014/main" id="{1950DDFC-4B46-74C1-3DEF-C2F145B6B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471" y="780512"/>
            <a:ext cx="2992581" cy="924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317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drawing">
            <a:extLst>
              <a:ext uri="{FF2B5EF4-FFF2-40B4-BE49-F238E27FC236}">
                <a16:creationId xmlns:a16="http://schemas.microsoft.com/office/drawing/2014/main" id="{813B8FC1-0C13-41E0-88B1-4A3F68ACF09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491843" y="1230612"/>
            <a:ext cx="9222690" cy="4814236"/>
          </a:xfrm>
          <a:prstGeom prst="rect">
            <a:avLst/>
          </a:prstGeom>
        </p:spPr>
      </p:pic>
      <p:pic>
        <p:nvPicPr>
          <p:cNvPr id="5" name="Picture 4">
            <a:extLst>
              <a:ext uri="{FF2B5EF4-FFF2-40B4-BE49-F238E27FC236}">
                <a16:creationId xmlns:a16="http://schemas.microsoft.com/office/drawing/2014/main" id="{8FCD49F4-9AA0-CE8E-EE40-A3A4B5013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62E41FD7-1151-D496-75DA-C606208062E6}"/>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programme de lancement</a:t>
            </a:r>
            <a:endParaRPr lang="en-US"/>
          </a:p>
        </p:txBody>
      </p:sp>
      <p:sp>
        <p:nvSpPr>
          <p:cNvPr id="2" name="Oval 1">
            <a:extLst>
              <a:ext uri="{FF2B5EF4-FFF2-40B4-BE49-F238E27FC236}">
                <a16:creationId xmlns:a16="http://schemas.microsoft.com/office/drawing/2014/main" id="{5B928B70-895D-7D99-67C6-AE7875F79A71}"/>
              </a:ext>
            </a:extLst>
          </p:cNvPr>
          <p:cNvSpPr/>
          <p:nvPr/>
        </p:nvSpPr>
        <p:spPr>
          <a:xfrm>
            <a:off x="2268681" y="4952999"/>
            <a:ext cx="5870863" cy="107372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D4491394-2907-2481-5B9B-C38858C51C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2">
            <a:extLst>
              <a:ext uri="{FF2B5EF4-FFF2-40B4-BE49-F238E27FC236}">
                <a16:creationId xmlns:a16="http://schemas.microsoft.com/office/drawing/2014/main" id="{D1F1A8C1-49EC-B2DD-6D9D-2945B61313A7}"/>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2</a:t>
            </a:fld>
            <a:endParaRPr lang="fr-FR"/>
          </a:p>
        </p:txBody>
      </p:sp>
    </p:spTree>
    <p:extLst>
      <p:ext uri="{BB962C8B-B14F-4D97-AF65-F5344CB8AC3E}">
        <p14:creationId xmlns:p14="http://schemas.microsoft.com/office/powerpoint/2010/main" val="2455337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8EC4-C6C2-F2FD-8A2F-4355593219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EAA494-7321-F19A-E4E2-B4BF2FCFB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9299756D-0181-8954-1E83-0DE82EB87421}"/>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sprints Jira </a:t>
            </a:r>
            <a:endParaRPr lang="en-US"/>
          </a:p>
        </p:txBody>
      </p:sp>
      <p:sp>
        <p:nvSpPr>
          <p:cNvPr id="4" name="Content Placeholder 3">
            <a:extLst>
              <a:ext uri="{FF2B5EF4-FFF2-40B4-BE49-F238E27FC236}">
                <a16:creationId xmlns:a16="http://schemas.microsoft.com/office/drawing/2014/main" id="{9DEA057C-202D-FE78-A432-B44B1B6AD47F}"/>
              </a:ext>
            </a:extLst>
          </p:cNvPr>
          <p:cNvSpPr>
            <a:spLocks noGrp="1"/>
          </p:cNvSpPr>
          <p:nvPr>
            <p:ph idx="1"/>
          </p:nvPr>
        </p:nvSpPr>
        <p:spPr>
          <a:xfrm>
            <a:off x="3136662" y="1349530"/>
            <a:ext cx="5749635" cy="4825790"/>
          </a:xfrm>
        </p:spPr>
        <p:txBody>
          <a:bodyPr vert="horz" lIns="91440" tIns="45720" rIns="91440" bIns="45720" rtlCol="0" anchor="t">
            <a:normAutofit fontScale="85000" lnSpcReduction="20000"/>
          </a:bodyPr>
          <a:lstStyle/>
          <a:p>
            <a:pPr marL="0" indent="0" algn="ctr">
              <a:buNone/>
            </a:pPr>
            <a:r>
              <a:rPr lang="en-US" b="1"/>
              <a:t>Sprint 0 – Conception </a:t>
            </a:r>
          </a:p>
          <a:p>
            <a:pPr marL="0" indent="0" algn="ctr">
              <a:buNone/>
            </a:pPr>
            <a:r>
              <a:rPr lang="en-US" b="1"/>
              <a:t>&amp; </a:t>
            </a:r>
            <a:r>
              <a:rPr lang="en-US" b="1" err="1"/>
              <a:t>prise</a:t>
            </a:r>
            <a:r>
              <a:rPr lang="en-US" b="1"/>
              <a:t> </a:t>
            </a:r>
            <a:r>
              <a:rPr lang="en-US" b="1" err="1"/>
              <a:t>en</a:t>
            </a:r>
            <a:r>
              <a:rPr lang="en-US" b="1"/>
              <a:t> main du </a:t>
            </a:r>
            <a:r>
              <a:rPr lang="en-US" b="1" err="1"/>
              <a:t>projet</a:t>
            </a:r>
            <a:r>
              <a:rPr lang="en-US" b="1"/>
              <a:t> </a:t>
            </a:r>
          </a:p>
          <a:p>
            <a:pPr marL="0" indent="0" algn="ctr">
              <a:buNone/>
            </a:pPr>
            <a:endParaRPr lang="en-US"/>
          </a:p>
          <a:p>
            <a:pPr marL="0" indent="0" algn="ctr">
              <a:buNone/>
            </a:pPr>
            <a:r>
              <a:rPr lang="en-US" err="1"/>
              <a:t>semaine</a:t>
            </a:r>
            <a:r>
              <a:rPr lang="en-US"/>
              <a:t> 1 : du 12/01/26 au 18/01/26</a:t>
            </a:r>
          </a:p>
          <a:p>
            <a:pPr marL="0" indent="0" algn="ctr">
              <a:buNone/>
            </a:pPr>
            <a:r>
              <a:rPr lang="en-US"/>
              <a:t>&amp; </a:t>
            </a:r>
            <a:r>
              <a:rPr lang="en-US" err="1"/>
              <a:t>semaine</a:t>
            </a:r>
            <a:r>
              <a:rPr lang="en-US"/>
              <a:t> 2 : du 19/01/26 au 25/01/26</a:t>
            </a:r>
          </a:p>
          <a:p>
            <a:pPr marL="0" indent="0">
              <a:buNone/>
            </a:pPr>
            <a:endParaRPr lang="en-US"/>
          </a:p>
          <a:p>
            <a:pPr marL="457200" indent="-457200"/>
            <a:r>
              <a:rPr lang="en-US" err="1"/>
              <a:t>Prise</a:t>
            </a:r>
            <a:r>
              <a:rPr lang="en-US"/>
              <a:t> </a:t>
            </a:r>
            <a:r>
              <a:rPr lang="en-US" err="1"/>
              <a:t>en</a:t>
            </a:r>
            <a:r>
              <a:rPr lang="en-US"/>
              <a:t> main du </a:t>
            </a:r>
            <a:r>
              <a:rPr lang="en-US" err="1"/>
              <a:t>projet</a:t>
            </a:r>
            <a:r>
              <a:rPr lang="en-US"/>
              <a:t>, de </a:t>
            </a:r>
            <a:r>
              <a:rPr lang="en-US" err="1"/>
              <a:t>l'architecture</a:t>
            </a:r>
            <a:r>
              <a:rPr lang="en-US"/>
              <a:t> et du code grâce au debug</a:t>
            </a:r>
          </a:p>
          <a:p>
            <a:pPr marL="457200" indent="-457200"/>
            <a:r>
              <a:rPr lang="en-US"/>
              <a:t>Montée </a:t>
            </a:r>
            <a:r>
              <a:rPr lang="en-US" err="1"/>
              <a:t>en</a:t>
            </a:r>
            <a:r>
              <a:rPr lang="en-US"/>
              <a:t> </a:t>
            </a:r>
            <a:r>
              <a:rPr lang="en-US" err="1"/>
              <a:t>compétences</a:t>
            </a:r>
            <a:endParaRPr lang="en-US"/>
          </a:p>
          <a:p>
            <a:pPr marL="457200" indent="-457200"/>
            <a:r>
              <a:rPr lang="en-US" err="1"/>
              <a:t>Réflexion</a:t>
            </a:r>
            <a:r>
              <a:rPr lang="en-US"/>
              <a:t> sur la conception du </a:t>
            </a:r>
            <a:r>
              <a:rPr lang="en-US" err="1"/>
              <a:t>système</a:t>
            </a:r>
            <a:r>
              <a:rPr lang="en-US"/>
              <a:t> IA et des </a:t>
            </a:r>
            <a:r>
              <a:rPr lang="en-US" err="1"/>
              <a:t>ajustements</a:t>
            </a:r>
            <a:r>
              <a:rPr lang="en-US"/>
              <a:t> </a:t>
            </a:r>
            <a:r>
              <a:rPr lang="en-US" err="1"/>
              <a:t>nécessaires</a:t>
            </a:r>
            <a:r>
              <a:rPr lang="en-US"/>
              <a:t> dans le code et dans la base de données</a:t>
            </a:r>
          </a:p>
        </p:txBody>
      </p:sp>
      <p:sp>
        <p:nvSpPr>
          <p:cNvPr id="8" name="Rectangle: Rounded Corners 7">
            <a:extLst>
              <a:ext uri="{FF2B5EF4-FFF2-40B4-BE49-F238E27FC236}">
                <a16:creationId xmlns:a16="http://schemas.microsoft.com/office/drawing/2014/main" id="{ED0BE4B0-4954-0348-FB30-E954D941FDC6}"/>
              </a:ext>
            </a:extLst>
          </p:cNvPr>
          <p:cNvSpPr/>
          <p:nvPr/>
        </p:nvSpPr>
        <p:spPr>
          <a:xfrm>
            <a:off x="3136662" y="1262584"/>
            <a:ext cx="5749636" cy="47971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CD9915EF-B130-6D8B-99DD-01BF101934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2">
            <a:extLst>
              <a:ext uri="{FF2B5EF4-FFF2-40B4-BE49-F238E27FC236}">
                <a16:creationId xmlns:a16="http://schemas.microsoft.com/office/drawing/2014/main" id="{ACF520C1-E08F-0E2F-DCB8-EC47865A9002}"/>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3</a:t>
            </a:fld>
            <a:endParaRPr lang="fr-FR"/>
          </a:p>
        </p:txBody>
      </p:sp>
    </p:spTree>
    <p:extLst>
      <p:ext uri="{BB962C8B-B14F-4D97-AF65-F5344CB8AC3E}">
        <p14:creationId xmlns:p14="http://schemas.microsoft.com/office/powerpoint/2010/main" val="425195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668D5-1DFC-3C5B-5219-539FF87F2A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FF1D58-98AC-8126-AE68-318A01A500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6EB6C19B-2394-49AE-8210-B6F7E98CA4AF}"/>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sprints Jira </a:t>
            </a:r>
            <a:endParaRPr lang="en-US"/>
          </a:p>
        </p:txBody>
      </p:sp>
      <p:sp>
        <p:nvSpPr>
          <p:cNvPr id="7" name="Content Placeholder 3">
            <a:extLst>
              <a:ext uri="{FF2B5EF4-FFF2-40B4-BE49-F238E27FC236}">
                <a16:creationId xmlns:a16="http://schemas.microsoft.com/office/drawing/2014/main" id="{08A95C5B-E533-B7F4-220E-21228C883610}"/>
              </a:ext>
            </a:extLst>
          </p:cNvPr>
          <p:cNvSpPr txBox="1">
            <a:spLocks/>
          </p:cNvSpPr>
          <p:nvPr/>
        </p:nvSpPr>
        <p:spPr>
          <a:xfrm>
            <a:off x="3143264" y="1349530"/>
            <a:ext cx="5743034" cy="48257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t>Sprint 1 – </a:t>
            </a:r>
            <a:r>
              <a:rPr lang="en-US" sz="2400" b="1" err="1"/>
              <a:t>Préparation</a:t>
            </a:r>
            <a:r>
              <a:rPr lang="en-US" sz="2400" b="1"/>
              <a:t> matching </a:t>
            </a:r>
            <a:endParaRPr lang="en-US" b="1"/>
          </a:p>
          <a:p>
            <a:pPr marL="0" indent="0">
              <a:buNone/>
            </a:pPr>
            <a:endParaRPr lang="en-US" sz="2400"/>
          </a:p>
          <a:p>
            <a:pPr marL="0" indent="0" algn="ctr">
              <a:buFont typeface="Arial" panose="020B0604020202020204" pitchFamily="34" charset="0"/>
              <a:buNone/>
            </a:pPr>
            <a:r>
              <a:rPr lang="en-US" sz="2400" err="1"/>
              <a:t>semaine</a:t>
            </a:r>
            <a:r>
              <a:rPr lang="en-US" sz="2400"/>
              <a:t> 3 : du 26/01/26 au 01/02/26</a:t>
            </a:r>
          </a:p>
          <a:p>
            <a:pPr marL="0" indent="0">
              <a:buFont typeface="Arial" panose="020B0604020202020204" pitchFamily="34" charset="0"/>
              <a:buNone/>
            </a:pPr>
            <a:endParaRPr lang="en-US" sz="2400"/>
          </a:p>
          <a:p>
            <a:pPr marL="0" indent="0">
              <a:buNone/>
            </a:pPr>
            <a:endParaRPr lang="en-US" sz="2400"/>
          </a:p>
          <a:p>
            <a:pPr marL="457200" indent="-457200"/>
            <a:r>
              <a:rPr lang="en-US" sz="2400"/>
              <a:t>Adaptation de la base de données</a:t>
            </a:r>
          </a:p>
          <a:p>
            <a:pPr marL="457200" indent="-457200"/>
            <a:r>
              <a:rPr lang="en-US" sz="2400" err="1"/>
              <a:t>Utilisation</a:t>
            </a:r>
            <a:r>
              <a:rPr lang="en-US" sz="2400"/>
              <a:t> de façon </a:t>
            </a:r>
            <a:r>
              <a:rPr lang="en-US" sz="2400" err="1"/>
              <a:t>optimale</a:t>
            </a:r>
            <a:r>
              <a:rPr lang="en-US" sz="2400"/>
              <a:t> dans le backend et </a:t>
            </a:r>
            <a:r>
              <a:rPr lang="en-US" sz="2400" err="1"/>
              <a:t>ajout</a:t>
            </a:r>
            <a:r>
              <a:rPr lang="en-US" sz="2400"/>
              <a:t> de nouveaux champs dans le frontend</a:t>
            </a:r>
          </a:p>
          <a:p>
            <a:pPr marL="457200" indent="-457200"/>
            <a:r>
              <a:rPr lang="en-US" sz="2400" err="1"/>
              <a:t>Rédaction</a:t>
            </a:r>
            <a:r>
              <a:rPr lang="en-US" sz="2400"/>
              <a:t> des futures prompts IA pour les agents</a:t>
            </a:r>
          </a:p>
          <a:p>
            <a:pPr marL="0" indent="0">
              <a:buFont typeface="Arial" panose="020B0604020202020204" pitchFamily="34" charset="0"/>
              <a:buNone/>
            </a:pPr>
            <a:endParaRPr lang="en-US"/>
          </a:p>
          <a:p>
            <a:pPr marL="457200" indent="-457200"/>
            <a:endParaRPr lang="en-US"/>
          </a:p>
        </p:txBody>
      </p:sp>
      <p:sp>
        <p:nvSpPr>
          <p:cNvPr id="10" name="Rectangle: Rounded Corners 9">
            <a:extLst>
              <a:ext uri="{FF2B5EF4-FFF2-40B4-BE49-F238E27FC236}">
                <a16:creationId xmlns:a16="http://schemas.microsoft.com/office/drawing/2014/main" id="{7F3C54E3-2B30-114C-2442-6F56EECA0352}"/>
              </a:ext>
            </a:extLst>
          </p:cNvPr>
          <p:cNvSpPr/>
          <p:nvPr/>
        </p:nvSpPr>
        <p:spPr>
          <a:xfrm>
            <a:off x="3136662" y="1262583"/>
            <a:ext cx="5749636" cy="4797136"/>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494F4638-3D98-3666-7937-A310400ACE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2">
            <a:extLst>
              <a:ext uri="{FF2B5EF4-FFF2-40B4-BE49-F238E27FC236}">
                <a16:creationId xmlns:a16="http://schemas.microsoft.com/office/drawing/2014/main" id="{5DB87C53-D199-7D9B-42F1-54E9D82502BE}"/>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4</a:t>
            </a:fld>
            <a:endParaRPr lang="fr-FR"/>
          </a:p>
        </p:txBody>
      </p:sp>
    </p:spTree>
    <p:extLst>
      <p:ext uri="{BB962C8B-B14F-4D97-AF65-F5344CB8AC3E}">
        <p14:creationId xmlns:p14="http://schemas.microsoft.com/office/powerpoint/2010/main" val="3527782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D1ADE-D2C6-AA25-1862-E15EA324230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2AD0B7-DA4A-DB96-06CA-61DC63E4E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C2168938-A973-2D6A-9606-116C3F65CAC1}"/>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sprints Jira </a:t>
            </a:r>
            <a:endParaRPr lang="en-US"/>
          </a:p>
        </p:txBody>
      </p:sp>
      <p:sp>
        <p:nvSpPr>
          <p:cNvPr id="4" name="Content Placeholder 3">
            <a:extLst>
              <a:ext uri="{FF2B5EF4-FFF2-40B4-BE49-F238E27FC236}">
                <a16:creationId xmlns:a16="http://schemas.microsoft.com/office/drawing/2014/main" id="{2C24861E-2560-401F-6895-A48917246A6C}"/>
              </a:ext>
            </a:extLst>
          </p:cNvPr>
          <p:cNvSpPr>
            <a:spLocks noGrp="1"/>
          </p:cNvSpPr>
          <p:nvPr>
            <p:ph idx="1"/>
          </p:nvPr>
        </p:nvSpPr>
        <p:spPr>
          <a:xfrm>
            <a:off x="277484" y="1351173"/>
            <a:ext cx="5555410" cy="4825790"/>
          </a:xfrm>
        </p:spPr>
        <p:txBody>
          <a:bodyPr vert="horz" lIns="91440" tIns="45720" rIns="91440" bIns="45720" rtlCol="0" anchor="t">
            <a:noAutofit/>
          </a:bodyPr>
          <a:lstStyle/>
          <a:p>
            <a:pPr marL="0" indent="0" algn="ctr">
              <a:buNone/>
            </a:pPr>
            <a:r>
              <a:rPr lang="en-US" sz="2400" b="1"/>
              <a:t>Sprint 2  – Matching </a:t>
            </a:r>
            <a:endParaRPr lang="en-US" sz="2400"/>
          </a:p>
          <a:p>
            <a:pPr marL="0" indent="0" algn="ctr">
              <a:buNone/>
            </a:pPr>
            <a:endParaRPr lang="en-US" sz="2400"/>
          </a:p>
          <a:p>
            <a:pPr marL="0" indent="0" algn="ctr">
              <a:buNone/>
            </a:pPr>
            <a:r>
              <a:rPr lang="en-US" sz="2400" err="1"/>
              <a:t>semaine</a:t>
            </a:r>
            <a:r>
              <a:rPr lang="en-US" sz="2400"/>
              <a:t> 4 : du 02/02/26 au 08/02/26</a:t>
            </a:r>
          </a:p>
          <a:p>
            <a:pPr marL="0" indent="0">
              <a:buNone/>
            </a:pPr>
            <a:endParaRPr lang="en-US" sz="2400"/>
          </a:p>
          <a:p>
            <a:pPr marL="457200" indent="-457200"/>
            <a:r>
              <a:rPr lang="en-US" sz="2400"/>
              <a:t>Mise </a:t>
            </a:r>
            <a:r>
              <a:rPr lang="en-US" sz="2400" err="1"/>
              <a:t>en</a:t>
            </a:r>
            <a:r>
              <a:rPr lang="en-US" sz="2400"/>
              <a:t> place de </a:t>
            </a:r>
            <a:r>
              <a:rPr lang="en-US" sz="2400" err="1"/>
              <a:t>l'architecture</a:t>
            </a:r>
            <a:r>
              <a:rPr lang="en-US" sz="2400"/>
              <a:t> multi-agents</a:t>
            </a:r>
          </a:p>
          <a:p>
            <a:pPr marL="457200" indent="-457200"/>
            <a:r>
              <a:rPr lang="en-US" sz="2400" err="1"/>
              <a:t>Ajout</a:t>
            </a:r>
            <a:r>
              <a:rPr lang="en-US" sz="2400"/>
              <a:t> des </a:t>
            </a:r>
            <a:r>
              <a:rPr lang="en-US" sz="2400" err="1"/>
              <a:t>composants</a:t>
            </a:r>
            <a:r>
              <a:rPr lang="en-US" sz="2400"/>
              <a:t> IA </a:t>
            </a:r>
          </a:p>
          <a:p>
            <a:pPr marL="457200" indent="-457200"/>
            <a:r>
              <a:rPr lang="en-US" sz="2400" err="1"/>
              <a:t>Calcul</a:t>
            </a:r>
            <a:r>
              <a:rPr lang="en-US" sz="2400"/>
              <a:t> score de matching</a:t>
            </a:r>
          </a:p>
          <a:p>
            <a:pPr marL="457200" indent="-457200"/>
            <a:r>
              <a:rPr lang="en-US" sz="2400" err="1"/>
              <a:t>Visualisation</a:t>
            </a:r>
            <a:r>
              <a:rPr lang="en-US" sz="2400"/>
              <a:t> des </a:t>
            </a:r>
            <a:r>
              <a:rPr lang="en-US" sz="2400" err="1"/>
              <a:t>résultats</a:t>
            </a:r>
            <a:r>
              <a:rPr lang="en-US" sz="2400"/>
              <a:t> par </a:t>
            </a:r>
            <a:r>
              <a:rPr lang="en-US" sz="2400" err="1"/>
              <a:t>l'utilisateur</a:t>
            </a:r>
            <a:r>
              <a:rPr lang="en-US" sz="2400"/>
              <a:t> et </a:t>
            </a:r>
            <a:r>
              <a:rPr lang="en-US" sz="2400" err="1"/>
              <a:t>possibilités</a:t>
            </a:r>
            <a:r>
              <a:rPr lang="en-US" sz="2400"/>
              <a:t> de </a:t>
            </a:r>
            <a:r>
              <a:rPr lang="en-US" sz="2400" err="1"/>
              <a:t>filtrages</a:t>
            </a:r>
            <a:endParaRPr lang="en-US" sz="2400"/>
          </a:p>
        </p:txBody>
      </p:sp>
      <p:sp>
        <p:nvSpPr>
          <p:cNvPr id="8" name="Rectangle: Rounded Corners 7">
            <a:extLst>
              <a:ext uri="{FF2B5EF4-FFF2-40B4-BE49-F238E27FC236}">
                <a16:creationId xmlns:a16="http://schemas.microsoft.com/office/drawing/2014/main" id="{3BC30141-3909-B1FC-D527-8F4F1BAA57D6}"/>
              </a:ext>
            </a:extLst>
          </p:cNvPr>
          <p:cNvSpPr/>
          <p:nvPr/>
        </p:nvSpPr>
        <p:spPr>
          <a:xfrm>
            <a:off x="155863" y="1264227"/>
            <a:ext cx="5749636" cy="4797136"/>
          </a:xfrm>
          <a:prstGeom prst="round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03334C54-6666-186B-A3C4-8A2338D8B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2">
            <a:extLst>
              <a:ext uri="{FF2B5EF4-FFF2-40B4-BE49-F238E27FC236}">
                <a16:creationId xmlns:a16="http://schemas.microsoft.com/office/drawing/2014/main" id="{8A12E34E-9F37-5ED2-29F5-31D7B31854D3}"/>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5</a:t>
            </a:fld>
            <a:endParaRPr lang="fr-FR"/>
          </a:p>
        </p:txBody>
      </p:sp>
      <p:sp>
        <p:nvSpPr>
          <p:cNvPr id="2" name="Content Placeholder 3">
            <a:extLst>
              <a:ext uri="{FF2B5EF4-FFF2-40B4-BE49-F238E27FC236}">
                <a16:creationId xmlns:a16="http://schemas.microsoft.com/office/drawing/2014/main" id="{2CC56ECB-B7D4-EA57-2FD1-97EBA879B117}"/>
              </a:ext>
            </a:extLst>
          </p:cNvPr>
          <p:cNvSpPr txBox="1">
            <a:spLocks/>
          </p:cNvSpPr>
          <p:nvPr/>
        </p:nvSpPr>
        <p:spPr>
          <a:xfrm>
            <a:off x="6286501" y="1349530"/>
            <a:ext cx="5555410" cy="482579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t>Sprint 2 – Matching </a:t>
            </a:r>
            <a:endParaRPr lang="en-US" sz="2400"/>
          </a:p>
          <a:p>
            <a:pPr marL="0" indent="0" algn="ctr">
              <a:buFont typeface="Arial" panose="020B0604020202020204" pitchFamily="34" charset="0"/>
              <a:buNone/>
            </a:pPr>
            <a:endParaRPr lang="en-US" sz="2400"/>
          </a:p>
          <a:p>
            <a:pPr marL="0" indent="0" algn="ctr">
              <a:buFont typeface="Arial" panose="020B0604020202020204" pitchFamily="34" charset="0"/>
              <a:buNone/>
            </a:pPr>
            <a:r>
              <a:rPr lang="en-US" sz="2400" err="1"/>
              <a:t>semaine</a:t>
            </a:r>
            <a:r>
              <a:rPr lang="en-US" sz="2400"/>
              <a:t> 4 : du 02/02/26 au 08/02/26</a:t>
            </a:r>
          </a:p>
          <a:p>
            <a:pPr marL="0" indent="0" algn="ctr">
              <a:buFont typeface="Arial" panose="020B0604020202020204" pitchFamily="34" charset="0"/>
              <a:buNone/>
            </a:pPr>
            <a:endParaRPr lang="en-US" sz="2400"/>
          </a:p>
          <a:p>
            <a:r>
              <a:rPr lang="en-US" sz="2400" err="1"/>
              <a:t>Calcul</a:t>
            </a:r>
            <a:r>
              <a:rPr lang="en-US" sz="2400"/>
              <a:t> score de matching</a:t>
            </a:r>
          </a:p>
          <a:p>
            <a:r>
              <a:rPr lang="en-US" sz="2400" err="1"/>
              <a:t>Visualisation</a:t>
            </a:r>
            <a:r>
              <a:rPr lang="en-US" sz="2400"/>
              <a:t> score de matching pour </a:t>
            </a:r>
            <a:r>
              <a:rPr lang="en-US" sz="2400" err="1"/>
              <a:t>chaque</a:t>
            </a:r>
            <a:r>
              <a:rPr lang="en-US" sz="2400"/>
              <a:t> </a:t>
            </a:r>
            <a:r>
              <a:rPr lang="en-US" sz="2400" err="1"/>
              <a:t>offre</a:t>
            </a:r>
            <a:r>
              <a:rPr lang="en-US" sz="2400"/>
              <a:t> </a:t>
            </a:r>
            <a:r>
              <a:rPr lang="en-US" sz="2400" err="1"/>
              <a:t>d’emploi</a:t>
            </a:r>
            <a:endParaRPr lang="en-US" sz="2400"/>
          </a:p>
          <a:p>
            <a:r>
              <a:rPr lang="en-US" sz="2400" err="1"/>
              <a:t>Redéfinition</a:t>
            </a:r>
            <a:r>
              <a:rPr lang="en-US" sz="2400"/>
              <a:t> du </a:t>
            </a:r>
            <a:r>
              <a:rPr lang="en-US" sz="2400" err="1"/>
              <a:t>profil</a:t>
            </a:r>
            <a:r>
              <a:rPr lang="en-US" sz="2400"/>
              <a:t> </a:t>
            </a:r>
            <a:r>
              <a:rPr lang="en-US" sz="2400" err="1"/>
              <a:t>candidat</a:t>
            </a:r>
            <a:endParaRPr lang="en-US" sz="2400"/>
          </a:p>
          <a:p>
            <a:pPr marL="0" indent="0">
              <a:buFont typeface="Arial" panose="020B0604020202020204" pitchFamily="34" charset="0"/>
              <a:buNone/>
            </a:pPr>
            <a:endParaRPr lang="en-US" sz="2400"/>
          </a:p>
        </p:txBody>
      </p:sp>
      <p:sp>
        <p:nvSpPr>
          <p:cNvPr id="3" name="Rectangle: Rounded Corners 2">
            <a:extLst>
              <a:ext uri="{FF2B5EF4-FFF2-40B4-BE49-F238E27FC236}">
                <a16:creationId xmlns:a16="http://schemas.microsoft.com/office/drawing/2014/main" id="{BD7A6B85-AD8F-B10B-A7ED-08A98444CA52}"/>
              </a:ext>
            </a:extLst>
          </p:cNvPr>
          <p:cNvSpPr/>
          <p:nvPr/>
        </p:nvSpPr>
        <p:spPr>
          <a:xfrm>
            <a:off x="6164880" y="1262584"/>
            <a:ext cx="5749636" cy="4797136"/>
          </a:xfrm>
          <a:prstGeom prst="round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157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DF7A-4BD8-72CC-80DD-195E464228C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7C3BD5-49B3-CE99-353E-34BAE65A6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D7ECF194-E990-E15C-FD45-9CE37A01CC53}"/>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sprints Jira </a:t>
            </a:r>
            <a:endParaRPr lang="en-US"/>
          </a:p>
        </p:txBody>
      </p:sp>
      <p:sp>
        <p:nvSpPr>
          <p:cNvPr id="7" name="Content Placeholder 3">
            <a:extLst>
              <a:ext uri="{FF2B5EF4-FFF2-40B4-BE49-F238E27FC236}">
                <a16:creationId xmlns:a16="http://schemas.microsoft.com/office/drawing/2014/main" id="{204C926F-5008-84AA-5CC2-AC100A4C0F7C}"/>
              </a:ext>
            </a:extLst>
          </p:cNvPr>
          <p:cNvSpPr txBox="1">
            <a:spLocks/>
          </p:cNvSpPr>
          <p:nvPr/>
        </p:nvSpPr>
        <p:spPr>
          <a:xfrm>
            <a:off x="279881" y="1378285"/>
            <a:ext cx="5713562" cy="47970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t>Sprint 3 – Plan de </a:t>
            </a:r>
            <a:r>
              <a:rPr lang="en-US" sz="2400" b="1" err="1"/>
              <a:t>carrière</a:t>
            </a:r>
            <a:r>
              <a:rPr lang="en-US" sz="2400" b="1"/>
              <a:t> </a:t>
            </a:r>
          </a:p>
          <a:p>
            <a:pPr marL="0" indent="0">
              <a:buNone/>
            </a:pPr>
            <a:endParaRPr lang="en-US" sz="2400"/>
          </a:p>
          <a:p>
            <a:pPr marL="0" indent="0" algn="ctr">
              <a:buNone/>
            </a:pPr>
            <a:r>
              <a:rPr lang="en-US" sz="2400" err="1"/>
              <a:t>semaine</a:t>
            </a:r>
            <a:r>
              <a:rPr lang="en-US" sz="2400"/>
              <a:t> 5 : du 09/02/26 au 15/02/26</a:t>
            </a:r>
          </a:p>
          <a:p>
            <a:pPr marL="0" indent="0" algn="ctr">
              <a:buFont typeface="Arial" panose="020B0604020202020204" pitchFamily="34" charset="0"/>
              <a:buNone/>
            </a:pPr>
            <a:endParaRPr lang="en-US" sz="2400"/>
          </a:p>
          <a:p>
            <a:pPr marL="457200" indent="-457200"/>
            <a:r>
              <a:rPr lang="en-US" sz="2400" err="1"/>
              <a:t>Implémenter</a:t>
            </a:r>
            <a:r>
              <a:rPr lang="en-US" sz="2400"/>
              <a:t> le </a:t>
            </a:r>
            <a:r>
              <a:rPr lang="en-US" sz="2400" err="1"/>
              <a:t>système</a:t>
            </a:r>
            <a:r>
              <a:rPr lang="en-US" sz="2400"/>
              <a:t> multi-agent pour </a:t>
            </a:r>
            <a:r>
              <a:rPr lang="en-US" sz="2400" err="1"/>
              <a:t>déterminer</a:t>
            </a:r>
            <a:r>
              <a:rPr lang="en-US" sz="2400"/>
              <a:t> un plan de </a:t>
            </a:r>
            <a:r>
              <a:rPr lang="en-US" sz="2400" err="1"/>
              <a:t>carrière</a:t>
            </a:r>
            <a:endParaRPr lang="en-US" sz="2400"/>
          </a:p>
          <a:p>
            <a:pPr marL="457200" indent="-457200"/>
            <a:r>
              <a:rPr lang="en-US" sz="2400" err="1"/>
              <a:t>Ajout</a:t>
            </a:r>
            <a:r>
              <a:rPr lang="en-US" sz="2400"/>
              <a:t> les </a:t>
            </a:r>
            <a:r>
              <a:rPr lang="en-US" sz="2400" err="1"/>
              <a:t>fonctionnalités</a:t>
            </a:r>
            <a:r>
              <a:rPr lang="en-US" sz="2400"/>
              <a:t> pour </a:t>
            </a:r>
            <a:r>
              <a:rPr lang="en-US" sz="2400" err="1"/>
              <a:t>permettre</a:t>
            </a:r>
            <a:r>
              <a:rPr lang="en-US" sz="2400"/>
              <a:t> aux </a:t>
            </a:r>
            <a:r>
              <a:rPr lang="en-US" sz="2400" err="1"/>
              <a:t>candidats</a:t>
            </a:r>
            <a:r>
              <a:rPr lang="en-US" sz="2400"/>
              <a:t> </a:t>
            </a:r>
            <a:r>
              <a:rPr lang="en-US" sz="2400" err="1"/>
              <a:t>d'avoir</a:t>
            </a:r>
            <a:r>
              <a:rPr lang="en-US" sz="2400"/>
              <a:t> </a:t>
            </a:r>
            <a:r>
              <a:rPr lang="en-US" sz="2400" err="1"/>
              <a:t>leur</a:t>
            </a:r>
            <a:r>
              <a:rPr lang="en-US" sz="2400"/>
              <a:t> plan de </a:t>
            </a:r>
            <a:r>
              <a:rPr lang="en-US" sz="2400" err="1"/>
              <a:t>carrière</a:t>
            </a:r>
            <a:endParaRPr lang="en-US" sz="2400"/>
          </a:p>
          <a:p>
            <a:pPr marL="0" indent="0">
              <a:buNone/>
            </a:pPr>
            <a:endParaRPr lang="en-US"/>
          </a:p>
          <a:p>
            <a:pPr marL="457200" indent="-457200"/>
            <a:endParaRPr lang="en-US"/>
          </a:p>
        </p:txBody>
      </p:sp>
      <p:sp>
        <p:nvSpPr>
          <p:cNvPr id="10" name="Rectangle: Rounded Corners 9">
            <a:extLst>
              <a:ext uri="{FF2B5EF4-FFF2-40B4-BE49-F238E27FC236}">
                <a16:creationId xmlns:a16="http://schemas.microsoft.com/office/drawing/2014/main" id="{A0E6345A-B490-9641-26CB-01212E76113D}"/>
              </a:ext>
            </a:extLst>
          </p:cNvPr>
          <p:cNvSpPr/>
          <p:nvPr/>
        </p:nvSpPr>
        <p:spPr>
          <a:xfrm>
            <a:off x="273279" y="1262583"/>
            <a:ext cx="5749636" cy="4797136"/>
          </a:xfrm>
          <a:prstGeom prst="round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7919B9CF-EC28-B7F9-4AB9-6DE549CC0C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2">
            <a:extLst>
              <a:ext uri="{FF2B5EF4-FFF2-40B4-BE49-F238E27FC236}">
                <a16:creationId xmlns:a16="http://schemas.microsoft.com/office/drawing/2014/main" id="{0B95C3A8-5F84-D3C8-2F7A-B5F0BA166ED2}"/>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6</a:t>
            </a:fld>
            <a:endParaRPr lang="fr-FR"/>
          </a:p>
        </p:txBody>
      </p:sp>
      <p:sp>
        <p:nvSpPr>
          <p:cNvPr id="6" name="Content Placeholder 3">
            <a:extLst>
              <a:ext uri="{FF2B5EF4-FFF2-40B4-BE49-F238E27FC236}">
                <a16:creationId xmlns:a16="http://schemas.microsoft.com/office/drawing/2014/main" id="{8BE59BB8-9A37-067A-5B81-C0BA3CA211E6}"/>
              </a:ext>
            </a:extLst>
          </p:cNvPr>
          <p:cNvSpPr txBox="1">
            <a:spLocks/>
          </p:cNvSpPr>
          <p:nvPr/>
        </p:nvSpPr>
        <p:spPr>
          <a:xfrm>
            <a:off x="6202025" y="1347972"/>
            <a:ext cx="5713562" cy="479703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a:t>Sprint 3 – </a:t>
            </a:r>
            <a:r>
              <a:rPr lang="en-US" sz="2400" b="1" err="1"/>
              <a:t>Réparations</a:t>
            </a:r>
            <a:endParaRPr lang="en-US" sz="2400" b="1"/>
          </a:p>
          <a:p>
            <a:pPr marL="0" indent="0">
              <a:buNone/>
            </a:pPr>
            <a:endParaRPr lang="en-US" sz="2400"/>
          </a:p>
          <a:p>
            <a:pPr marL="0" indent="0" algn="ctr">
              <a:buNone/>
            </a:pPr>
            <a:r>
              <a:rPr lang="en-US" sz="2400" err="1"/>
              <a:t>semaine</a:t>
            </a:r>
            <a:r>
              <a:rPr lang="en-US" sz="2400"/>
              <a:t> 5 : du 09/02/26 au 15/02/26</a:t>
            </a:r>
          </a:p>
          <a:p>
            <a:pPr marL="0" indent="0" algn="ctr">
              <a:buFont typeface="Arial" panose="020B0604020202020204" pitchFamily="34" charset="0"/>
              <a:buNone/>
            </a:pPr>
            <a:endParaRPr lang="en-US" sz="2400"/>
          </a:p>
          <a:p>
            <a:r>
              <a:rPr lang="en-US" sz="2400"/>
              <a:t>Extraction des CV</a:t>
            </a:r>
          </a:p>
          <a:p>
            <a:r>
              <a:rPr lang="en-US" sz="2400"/>
              <a:t>Mise </a:t>
            </a:r>
            <a:r>
              <a:rPr lang="en-US" sz="2400" err="1"/>
              <a:t>en</a:t>
            </a:r>
            <a:r>
              <a:rPr lang="en-US" sz="2400"/>
              <a:t> place de </a:t>
            </a:r>
            <a:r>
              <a:rPr lang="en-US" sz="2400" err="1"/>
              <a:t>l’architecture</a:t>
            </a:r>
            <a:r>
              <a:rPr lang="en-US" sz="2400"/>
              <a:t> multi-agents IA</a:t>
            </a:r>
          </a:p>
          <a:p>
            <a:r>
              <a:rPr lang="en-US" sz="2400" err="1"/>
              <a:t>Réparation</a:t>
            </a:r>
            <a:r>
              <a:rPr lang="en-US" sz="2400"/>
              <a:t> </a:t>
            </a:r>
            <a:r>
              <a:rPr lang="en-US" sz="2400" err="1"/>
              <a:t>formulaire</a:t>
            </a:r>
            <a:r>
              <a:rPr lang="en-US" sz="2400"/>
              <a:t> </a:t>
            </a:r>
            <a:r>
              <a:rPr lang="en-US" sz="2400" err="1"/>
              <a:t>profil</a:t>
            </a:r>
            <a:r>
              <a:rPr lang="en-US" sz="2400"/>
              <a:t> </a:t>
            </a:r>
            <a:r>
              <a:rPr lang="en-US" sz="2400" err="1"/>
              <a:t>candidat</a:t>
            </a:r>
            <a:endParaRPr lang="en-US" sz="2400"/>
          </a:p>
          <a:p>
            <a:pPr marL="457200" indent="-457200"/>
            <a:endParaRPr lang="en-US"/>
          </a:p>
        </p:txBody>
      </p:sp>
      <p:sp>
        <p:nvSpPr>
          <p:cNvPr id="11" name="Rectangle: Rounded Corners 10">
            <a:extLst>
              <a:ext uri="{FF2B5EF4-FFF2-40B4-BE49-F238E27FC236}">
                <a16:creationId xmlns:a16="http://schemas.microsoft.com/office/drawing/2014/main" id="{7FDF3E5F-DDDF-2BD6-0AD1-4E9D80F08257}"/>
              </a:ext>
            </a:extLst>
          </p:cNvPr>
          <p:cNvSpPr/>
          <p:nvPr/>
        </p:nvSpPr>
        <p:spPr>
          <a:xfrm>
            <a:off x="6195423" y="1232270"/>
            <a:ext cx="5749636" cy="4797136"/>
          </a:xfrm>
          <a:prstGeom prst="round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2422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9A809-60F8-EA65-319A-004CE5FC04C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44BC88-F445-B3B9-95DB-339BE95CB5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sp>
        <p:nvSpPr>
          <p:cNvPr id="9" name="Title 1">
            <a:extLst>
              <a:ext uri="{FF2B5EF4-FFF2-40B4-BE49-F238E27FC236}">
                <a16:creationId xmlns:a16="http://schemas.microsoft.com/office/drawing/2014/main" id="{E0F62218-22ED-F10E-9D21-667AE40A8814}"/>
              </a:ext>
            </a:extLst>
          </p:cNvPr>
          <p:cNvSpPr txBox="1">
            <a:spLocks/>
          </p:cNvSpPr>
          <p:nvPr/>
        </p:nvSpPr>
        <p:spPr>
          <a:xfrm>
            <a:off x="421256" y="1350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a:t>Planification : sprints Jira </a:t>
            </a:r>
            <a:endParaRPr lang="en-US"/>
          </a:p>
        </p:txBody>
      </p:sp>
      <p:sp>
        <p:nvSpPr>
          <p:cNvPr id="4" name="Content Placeholder 3">
            <a:extLst>
              <a:ext uri="{FF2B5EF4-FFF2-40B4-BE49-F238E27FC236}">
                <a16:creationId xmlns:a16="http://schemas.microsoft.com/office/drawing/2014/main" id="{A05171A1-2508-0C1D-61A3-EB204E340052}"/>
              </a:ext>
            </a:extLst>
          </p:cNvPr>
          <p:cNvSpPr>
            <a:spLocks noGrp="1"/>
          </p:cNvSpPr>
          <p:nvPr>
            <p:ph idx="1"/>
          </p:nvPr>
        </p:nvSpPr>
        <p:spPr>
          <a:xfrm>
            <a:off x="346364" y="1321187"/>
            <a:ext cx="5749635" cy="4667638"/>
          </a:xfrm>
        </p:spPr>
        <p:txBody>
          <a:bodyPr vert="horz" lIns="91440" tIns="45720" rIns="91440" bIns="45720" rtlCol="0" anchor="t">
            <a:normAutofit lnSpcReduction="10000"/>
          </a:bodyPr>
          <a:lstStyle/>
          <a:p>
            <a:pPr marL="0" indent="0" algn="ctr">
              <a:buNone/>
            </a:pPr>
            <a:r>
              <a:rPr lang="en-US" sz="2400" b="1"/>
              <a:t>Sprint 4 – </a:t>
            </a:r>
            <a:r>
              <a:rPr lang="en-US" sz="2400" b="1" err="1"/>
              <a:t>Amélioration</a:t>
            </a:r>
            <a:endParaRPr lang="en-US" sz="2400" b="1"/>
          </a:p>
          <a:p>
            <a:pPr marL="0" indent="0" algn="ctr">
              <a:buNone/>
            </a:pPr>
            <a:endParaRPr lang="en-US" sz="2400"/>
          </a:p>
          <a:p>
            <a:pPr marL="0" indent="0" algn="ctr">
              <a:buNone/>
            </a:pPr>
            <a:r>
              <a:rPr lang="en-US" sz="2400" err="1"/>
              <a:t>semaine</a:t>
            </a:r>
            <a:r>
              <a:rPr lang="en-US" sz="2400"/>
              <a:t> 5 : du 23/02/26 au 01/03/26</a:t>
            </a:r>
          </a:p>
          <a:p>
            <a:pPr marL="0" indent="0" algn="ctr">
              <a:buNone/>
            </a:pPr>
            <a:r>
              <a:rPr lang="en-US" sz="2400"/>
              <a:t>&amp; </a:t>
            </a:r>
            <a:r>
              <a:rPr lang="en-US" sz="2400" err="1"/>
              <a:t>semaine</a:t>
            </a:r>
            <a:r>
              <a:rPr lang="en-US" sz="2400"/>
              <a:t> 6 : du 02/03/26 au 08/03/26</a:t>
            </a:r>
          </a:p>
          <a:p>
            <a:pPr marL="0" indent="0">
              <a:buNone/>
            </a:pPr>
            <a:endParaRPr lang="en-US" sz="2400"/>
          </a:p>
          <a:p>
            <a:pPr marL="457200" indent="-457200"/>
            <a:r>
              <a:rPr lang="en-US" sz="2400" err="1"/>
              <a:t>Amélioration</a:t>
            </a:r>
            <a:r>
              <a:rPr lang="en-US" sz="2400"/>
              <a:t> du matching et du plan de </a:t>
            </a:r>
            <a:r>
              <a:rPr lang="en-US" sz="2400" err="1"/>
              <a:t>carrière</a:t>
            </a:r>
            <a:endParaRPr lang="en-US" sz="2400"/>
          </a:p>
          <a:p>
            <a:pPr marL="457200" indent="-457200"/>
            <a:r>
              <a:rPr lang="en-US" sz="2400" err="1"/>
              <a:t>Finaliser</a:t>
            </a:r>
            <a:r>
              <a:rPr lang="en-US" sz="2400"/>
              <a:t> les </a:t>
            </a:r>
            <a:r>
              <a:rPr lang="en-US" sz="2400" err="1"/>
              <a:t>derniers</a:t>
            </a:r>
            <a:r>
              <a:rPr lang="en-US" sz="2400"/>
              <a:t> fix de bugs</a:t>
            </a:r>
          </a:p>
          <a:p>
            <a:pPr marL="457200" indent="-457200"/>
            <a:r>
              <a:rPr lang="en-US" sz="2400"/>
              <a:t>Documenter </a:t>
            </a:r>
            <a:r>
              <a:rPr lang="en-US" sz="2400" err="1"/>
              <a:t>notre</a:t>
            </a:r>
            <a:r>
              <a:rPr lang="en-US" sz="2400"/>
              <a:t> travail</a:t>
            </a:r>
          </a:p>
          <a:p>
            <a:pPr marL="0" indent="0">
              <a:buNone/>
            </a:pPr>
            <a:r>
              <a:rPr lang="en-US" sz="2400"/>
              <a:t>Bonus : </a:t>
            </a:r>
            <a:r>
              <a:rPr lang="en-US" sz="2400" err="1"/>
              <a:t>implémenter</a:t>
            </a:r>
            <a:r>
              <a:rPr lang="en-US" sz="2400"/>
              <a:t> un support </a:t>
            </a:r>
            <a:r>
              <a:rPr lang="en-US" sz="2400" err="1"/>
              <a:t>d'aide</a:t>
            </a:r>
            <a:r>
              <a:rPr lang="en-US" sz="2400"/>
              <a:t> pour la </a:t>
            </a:r>
            <a:r>
              <a:rPr lang="en-US" sz="2400" err="1"/>
              <a:t>plateforme</a:t>
            </a:r>
            <a:r>
              <a:rPr lang="en-US" sz="2400"/>
              <a:t> </a:t>
            </a:r>
            <a:r>
              <a:rPr lang="en-US" sz="2400" err="1"/>
              <a:t>basé</a:t>
            </a:r>
            <a:r>
              <a:rPr lang="en-US" sz="2400"/>
              <a:t> sur </a:t>
            </a:r>
            <a:r>
              <a:rPr lang="en-US" sz="2400" err="1"/>
              <a:t>l'IA</a:t>
            </a:r>
            <a:endParaRPr lang="en-US" sz="2400"/>
          </a:p>
          <a:p>
            <a:pPr marL="457200" indent="-457200"/>
            <a:endParaRPr lang="en-US"/>
          </a:p>
        </p:txBody>
      </p:sp>
      <p:sp>
        <p:nvSpPr>
          <p:cNvPr id="10" name="Rectangle: Rounded Corners 9">
            <a:extLst>
              <a:ext uri="{FF2B5EF4-FFF2-40B4-BE49-F238E27FC236}">
                <a16:creationId xmlns:a16="http://schemas.microsoft.com/office/drawing/2014/main" id="{259AE2E7-2575-50C5-EE4B-7F68A23E396C}"/>
              </a:ext>
            </a:extLst>
          </p:cNvPr>
          <p:cNvSpPr/>
          <p:nvPr/>
        </p:nvSpPr>
        <p:spPr>
          <a:xfrm>
            <a:off x="346364" y="1219863"/>
            <a:ext cx="5749636" cy="4797136"/>
          </a:xfrm>
          <a:prstGeom prst="round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EFC1C087-EF2D-334C-742C-6BD328E213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2">
            <a:extLst>
              <a:ext uri="{FF2B5EF4-FFF2-40B4-BE49-F238E27FC236}">
                <a16:creationId xmlns:a16="http://schemas.microsoft.com/office/drawing/2014/main" id="{7933498D-DE45-341E-B21C-4DDAF4125158}"/>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7</a:t>
            </a:fld>
            <a:endParaRPr lang="fr-FR"/>
          </a:p>
        </p:txBody>
      </p:sp>
      <p:sp>
        <p:nvSpPr>
          <p:cNvPr id="2" name="Content Placeholder 3">
            <a:extLst>
              <a:ext uri="{FF2B5EF4-FFF2-40B4-BE49-F238E27FC236}">
                <a16:creationId xmlns:a16="http://schemas.microsoft.com/office/drawing/2014/main" id="{5BEFA69D-C88F-647A-B794-19FBFB8FB698}"/>
              </a:ext>
            </a:extLst>
          </p:cNvPr>
          <p:cNvSpPr txBox="1">
            <a:spLocks/>
          </p:cNvSpPr>
          <p:nvPr/>
        </p:nvSpPr>
        <p:spPr>
          <a:xfrm>
            <a:off x="6243261" y="1293013"/>
            <a:ext cx="5749635" cy="46676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t>Sprint 4 – </a:t>
            </a:r>
            <a:r>
              <a:rPr lang="en-US" sz="2400" b="1" dirty="0" err="1"/>
              <a:t>Finalisation</a:t>
            </a:r>
            <a:endParaRPr lang="en-US" sz="2400" dirty="0"/>
          </a:p>
          <a:p>
            <a:pPr marL="0" indent="0" algn="ctr">
              <a:buFont typeface="Arial" panose="020B0604020202020204" pitchFamily="34" charset="0"/>
              <a:buNone/>
            </a:pPr>
            <a:endParaRPr lang="en-US" sz="2400" dirty="0"/>
          </a:p>
          <a:p>
            <a:pPr marL="0" indent="0" algn="ctr">
              <a:buFont typeface="Arial" panose="020B0604020202020204" pitchFamily="34" charset="0"/>
              <a:buNone/>
            </a:pPr>
            <a:r>
              <a:rPr lang="en-US" sz="2400" dirty="0" err="1"/>
              <a:t>semaine</a:t>
            </a:r>
            <a:r>
              <a:rPr lang="en-US" sz="2400" dirty="0"/>
              <a:t> 5 : du 23/02/26 au 08/03/26</a:t>
            </a:r>
          </a:p>
          <a:p>
            <a:endParaRPr lang="en-US" sz="2400" dirty="0"/>
          </a:p>
          <a:p>
            <a:r>
              <a:rPr lang="en-US" sz="2400" dirty="0" err="1"/>
              <a:t>Réparation</a:t>
            </a:r>
            <a:r>
              <a:rPr lang="en-US" sz="2400" dirty="0"/>
              <a:t> </a:t>
            </a:r>
            <a:r>
              <a:rPr lang="en-US" sz="2400" dirty="0" err="1"/>
              <a:t>formulaire</a:t>
            </a:r>
            <a:r>
              <a:rPr lang="en-US" sz="2400" dirty="0"/>
              <a:t> </a:t>
            </a:r>
            <a:r>
              <a:rPr lang="en-US" sz="2400" dirty="0" err="1"/>
              <a:t>offre</a:t>
            </a:r>
            <a:r>
              <a:rPr lang="en-US" sz="2400" dirty="0"/>
              <a:t> </a:t>
            </a:r>
            <a:r>
              <a:rPr lang="en-US" sz="2400" dirty="0" err="1"/>
              <a:t>d’emploi</a:t>
            </a:r>
            <a:endParaRPr lang="en-US" sz="2400" dirty="0"/>
          </a:p>
          <a:p>
            <a:r>
              <a:rPr lang="en-US" sz="2400" dirty="0"/>
              <a:t>Fin workflow matching</a:t>
            </a:r>
          </a:p>
          <a:p>
            <a:r>
              <a:rPr lang="en-US" sz="2400" dirty="0"/>
              <a:t>Documentation</a:t>
            </a:r>
          </a:p>
        </p:txBody>
      </p:sp>
      <p:sp>
        <p:nvSpPr>
          <p:cNvPr id="3" name="Rectangle: Rounded Corners 2">
            <a:extLst>
              <a:ext uri="{FF2B5EF4-FFF2-40B4-BE49-F238E27FC236}">
                <a16:creationId xmlns:a16="http://schemas.microsoft.com/office/drawing/2014/main" id="{99ABBED3-EECF-68EF-1C93-5EB679460D4A}"/>
              </a:ext>
            </a:extLst>
          </p:cNvPr>
          <p:cNvSpPr/>
          <p:nvPr/>
        </p:nvSpPr>
        <p:spPr>
          <a:xfrm>
            <a:off x="6243261" y="1191689"/>
            <a:ext cx="5749636" cy="4825310"/>
          </a:xfrm>
          <a:prstGeom prst="round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0076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5D7B-FECF-5746-4559-D90F43470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29696-4913-12F1-63BB-3B5274C5AA1C}"/>
              </a:ext>
            </a:extLst>
          </p:cNvPr>
          <p:cNvSpPr>
            <a:spLocks noGrp="1"/>
          </p:cNvSpPr>
          <p:nvPr>
            <p:ph type="title"/>
          </p:nvPr>
        </p:nvSpPr>
        <p:spPr/>
        <p:txBody>
          <a:bodyPr/>
          <a:lstStyle/>
          <a:p>
            <a:r>
              <a:rPr lang="fr-FR" b="1"/>
              <a:t>Périmètre fonctionnel initial :</a:t>
            </a:r>
          </a:p>
        </p:txBody>
      </p:sp>
      <p:sp>
        <p:nvSpPr>
          <p:cNvPr id="3" name="Content Placeholder 2">
            <a:extLst>
              <a:ext uri="{FF2B5EF4-FFF2-40B4-BE49-F238E27FC236}">
                <a16:creationId xmlns:a16="http://schemas.microsoft.com/office/drawing/2014/main" id="{52658D14-4FBF-0FD3-1130-D28F431506A5}"/>
              </a:ext>
            </a:extLst>
          </p:cNvPr>
          <p:cNvSpPr>
            <a:spLocks noGrp="1"/>
          </p:cNvSpPr>
          <p:nvPr>
            <p:ph idx="1"/>
          </p:nvPr>
        </p:nvSpPr>
        <p:spPr>
          <a:xfrm>
            <a:off x="838200" y="1825625"/>
            <a:ext cx="6549736" cy="4351338"/>
          </a:xfrm>
        </p:spPr>
        <p:txBody>
          <a:bodyPr/>
          <a:lstStyle/>
          <a:p>
            <a:pPr marL="0" indent="0">
              <a:buNone/>
            </a:pPr>
            <a:r>
              <a:rPr lang="fr-FR"/>
              <a:t>1. Fix inscription candidats </a:t>
            </a:r>
          </a:p>
          <a:p>
            <a:pPr marL="0" indent="0">
              <a:buNone/>
            </a:pPr>
            <a:r>
              <a:rPr lang="fr-FR"/>
              <a:t>2. Matching simplifié</a:t>
            </a:r>
          </a:p>
          <a:p>
            <a:pPr marL="0" indent="0">
              <a:buNone/>
            </a:pPr>
            <a:r>
              <a:rPr lang="fr-FR"/>
              <a:t>3. Matching complexifié</a:t>
            </a:r>
          </a:p>
          <a:p>
            <a:pPr marL="0" indent="0">
              <a:buNone/>
            </a:pPr>
            <a:r>
              <a:rPr lang="fr-FR"/>
              <a:t>4. Plan de carrière</a:t>
            </a:r>
          </a:p>
          <a:p>
            <a:pPr marL="0" indent="0">
              <a:buNone/>
            </a:pPr>
            <a:r>
              <a:rPr lang="fr-FR"/>
              <a:t>5. Support</a:t>
            </a:r>
          </a:p>
        </p:txBody>
      </p:sp>
      <p:pic>
        <p:nvPicPr>
          <p:cNvPr id="4" name="Picture 3">
            <a:extLst>
              <a:ext uri="{FF2B5EF4-FFF2-40B4-BE49-F238E27FC236}">
                <a16:creationId xmlns:a16="http://schemas.microsoft.com/office/drawing/2014/main" id="{E42ACCDE-6F54-3A6C-73A8-F8B211D09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pic>
        <p:nvPicPr>
          <p:cNvPr id="5" name="Picture 2">
            <a:extLst>
              <a:ext uri="{FF2B5EF4-FFF2-40B4-BE49-F238E27FC236}">
                <a16:creationId xmlns:a16="http://schemas.microsoft.com/office/drawing/2014/main" id="{5DDC438F-65CE-2C53-2697-6D9CB9BCC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264" y="6175319"/>
            <a:ext cx="1870363" cy="57790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ible de fléchettes - Icônes formes et symboles gratuites">
            <a:extLst>
              <a:ext uri="{FF2B5EF4-FFF2-40B4-BE49-F238E27FC236}">
                <a16:creationId xmlns:a16="http://schemas.microsoft.com/office/drawing/2014/main" id="{115D48A4-DFFA-FF8E-BF82-895ABEEE9F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6309" y="2108589"/>
            <a:ext cx="3785409" cy="3785409"/>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2B5F66B8-B2A2-AFEC-CED5-D0395D99C9E3}"/>
              </a:ext>
            </a:extLst>
          </p:cNvPr>
          <p:cNvSpPr/>
          <p:nvPr/>
        </p:nvSpPr>
        <p:spPr>
          <a:xfrm>
            <a:off x="9587172" y="3819452"/>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1</a:t>
            </a:r>
          </a:p>
        </p:txBody>
      </p:sp>
      <p:sp>
        <p:nvSpPr>
          <p:cNvPr id="9" name="Oval 8">
            <a:extLst>
              <a:ext uri="{FF2B5EF4-FFF2-40B4-BE49-F238E27FC236}">
                <a16:creationId xmlns:a16="http://schemas.microsoft.com/office/drawing/2014/main" id="{FAC7E946-E24D-0889-F4DA-67FF3C81894A}"/>
              </a:ext>
            </a:extLst>
          </p:cNvPr>
          <p:cNvSpPr/>
          <p:nvPr/>
        </p:nvSpPr>
        <p:spPr>
          <a:xfrm>
            <a:off x="9587172" y="3064979"/>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2</a:t>
            </a:r>
          </a:p>
        </p:txBody>
      </p:sp>
      <p:sp>
        <p:nvSpPr>
          <p:cNvPr id="10" name="Oval 9">
            <a:extLst>
              <a:ext uri="{FF2B5EF4-FFF2-40B4-BE49-F238E27FC236}">
                <a16:creationId xmlns:a16="http://schemas.microsoft.com/office/drawing/2014/main" id="{8C21CD6E-D097-9624-A23F-B331DA424926}"/>
              </a:ext>
            </a:extLst>
          </p:cNvPr>
          <p:cNvSpPr/>
          <p:nvPr/>
        </p:nvSpPr>
        <p:spPr>
          <a:xfrm>
            <a:off x="9223490" y="2674866"/>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3</a:t>
            </a:r>
          </a:p>
        </p:txBody>
      </p:sp>
      <p:sp>
        <p:nvSpPr>
          <p:cNvPr id="11" name="Oval 10">
            <a:extLst>
              <a:ext uri="{FF2B5EF4-FFF2-40B4-BE49-F238E27FC236}">
                <a16:creationId xmlns:a16="http://schemas.microsoft.com/office/drawing/2014/main" id="{8FF04974-D419-0A02-9EDE-E5E3C6E6EFCF}"/>
              </a:ext>
            </a:extLst>
          </p:cNvPr>
          <p:cNvSpPr/>
          <p:nvPr/>
        </p:nvSpPr>
        <p:spPr>
          <a:xfrm>
            <a:off x="9950854" y="2674188"/>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4</a:t>
            </a:r>
          </a:p>
        </p:txBody>
      </p:sp>
      <p:sp>
        <p:nvSpPr>
          <p:cNvPr id="12" name="Oval 11">
            <a:extLst>
              <a:ext uri="{FF2B5EF4-FFF2-40B4-BE49-F238E27FC236}">
                <a16:creationId xmlns:a16="http://schemas.microsoft.com/office/drawing/2014/main" id="{3DA54CF5-4E7F-2504-74BD-6E4EF04187C2}"/>
              </a:ext>
            </a:extLst>
          </p:cNvPr>
          <p:cNvSpPr/>
          <p:nvPr/>
        </p:nvSpPr>
        <p:spPr>
          <a:xfrm>
            <a:off x="9587172" y="2183026"/>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5</a:t>
            </a:r>
          </a:p>
        </p:txBody>
      </p:sp>
      <p:sp>
        <p:nvSpPr>
          <p:cNvPr id="6" name="Slide Number Placeholder 5">
            <a:extLst>
              <a:ext uri="{FF2B5EF4-FFF2-40B4-BE49-F238E27FC236}">
                <a16:creationId xmlns:a16="http://schemas.microsoft.com/office/drawing/2014/main" id="{51186386-E4A6-0C6A-2B1D-66A715A9E9EF}"/>
              </a:ext>
            </a:extLst>
          </p:cNvPr>
          <p:cNvSpPr>
            <a:spLocks noGrp="1"/>
          </p:cNvSpPr>
          <p:nvPr>
            <p:ph type="sldNum" sz="quarter" idx="12"/>
          </p:nvPr>
        </p:nvSpPr>
        <p:spPr/>
        <p:txBody>
          <a:bodyPr/>
          <a:lstStyle/>
          <a:p>
            <a:fld id="{D8330167-9ACD-4CBA-BC3C-461396547B0B}" type="slidenum">
              <a:rPr lang="fr-FR" smtClean="0"/>
              <a:t>8</a:t>
            </a:fld>
            <a:endParaRPr lang="fr-FR"/>
          </a:p>
        </p:txBody>
      </p:sp>
    </p:spTree>
    <p:extLst>
      <p:ext uri="{BB962C8B-B14F-4D97-AF65-F5344CB8AC3E}">
        <p14:creationId xmlns:p14="http://schemas.microsoft.com/office/powerpoint/2010/main" val="359547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5D7B-FECF-5746-4559-D90F43470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29696-4913-12F1-63BB-3B5274C5AA1C}"/>
              </a:ext>
            </a:extLst>
          </p:cNvPr>
          <p:cNvSpPr>
            <a:spLocks noGrp="1"/>
          </p:cNvSpPr>
          <p:nvPr>
            <p:ph type="title"/>
          </p:nvPr>
        </p:nvSpPr>
        <p:spPr/>
        <p:txBody>
          <a:bodyPr/>
          <a:lstStyle/>
          <a:p>
            <a:r>
              <a:rPr lang="fr-FR" b="1"/>
              <a:t>Nouveau périmètre fonctionnel :</a:t>
            </a:r>
          </a:p>
        </p:txBody>
      </p:sp>
      <p:sp>
        <p:nvSpPr>
          <p:cNvPr id="3" name="Content Placeholder 2">
            <a:extLst>
              <a:ext uri="{FF2B5EF4-FFF2-40B4-BE49-F238E27FC236}">
                <a16:creationId xmlns:a16="http://schemas.microsoft.com/office/drawing/2014/main" id="{52658D14-4FBF-0FD3-1130-D28F431506A5}"/>
              </a:ext>
            </a:extLst>
          </p:cNvPr>
          <p:cNvSpPr>
            <a:spLocks noGrp="1"/>
          </p:cNvSpPr>
          <p:nvPr>
            <p:ph idx="1"/>
          </p:nvPr>
        </p:nvSpPr>
        <p:spPr>
          <a:xfrm>
            <a:off x="838200" y="1825625"/>
            <a:ext cx="6549736" cy="4351338"/>
          </a:xfrm>
        </p:spPr>
        <p:txBody>
          <a:bodyPr/>
          <a:lstStyle/>
          <a:p>
            <a:pPr marL="0" indent="0">
              <a:buNone/>
            </a:pPr>
            <a:r>
              <a:rPr lang="fr-FR"/>
              <a:t>1. Fix inscription candidats</a:t>
            </a:r>
          </a:p>
          <a:p>
            <a:pPr marL="0" indent="0">
              <a:buNone/>
            </a:pPr>
            <a:r>
              <a:rPr lang="fr-FR"/>
              <a:t>2. Matching simplifié</a:t>
            </a:r>
          </a:p>
          <a:p>
            <a:pPr marL="0" indent="0">
              <a:buNone/>
            </a:pPr>
            <a:r>
              <a:rPr lang="fr-FR"/>
              <a:t>3. Fix formulaire job</a:t>
            </a:r>
          </a:p>
          <a:p>
            <a:pPr marL="0" indent="0">
              <a:buNone/>
            </a:pPr>
            <a:r>
              <a:rPr lang="fr-FR"/>
              <a:t>4. Matching complexifié</a:t>
            </a:r>
          </a:p>
          <a:p>
            <a:pPr marL="0" indent="0">
              <a:buNone/>
            </a:pPr>
            <a:r>
              <a:rPr lang="fr-FR"/>
              <a:t>5. Plan de carrière</a:t>
            </a:r>
          </a:p>
          <a:p>
            <a:pPr marL="0" indent="0">
              <a:buNone/>
            </a:pPr>
            <a:r>
              <a:rPr lang="fr-FR"/>
              <a:t>6. Support</a:t>
            </a:r>
          </a:p>
        </p:txBody>
      </p:sp>
      <p:pic>
        <p:nvPicPr>
          <p:cNvPr id="4" name="Picture 3">
            <a:extLst>
              <a:ext uri="{FF2B5EF4-FFF2-40B4-BE49-F238E27FC236}">
                <a16:creationId xmlns:a16="http://schemas.microsoft.com/office/drawing/2014/main" id="{E42ACCDE-6F54-3A6C-73A8-F8B211D09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73" y="6176963"/>
            <a:ext cx="2229473" cy="576262"/>
          </a:xfrm>
          <a:prstGeom prst="rect">
            <a:avLst/>
          </a:prstGeom>
        </p:spPr>
      </p:pic>
      <p:pic>
        <p:nvPicPr>
          <p:cNvPr id="2050" name="Picture 2" descr="Cible de fléchettes - Icônes formes et symboles gratuites">
            <a:extLst>
              <a:ext uri="{FF2B5EF4-FFF2-40B4-BE49-F238E27FC236}">
                <a16:creationId xmlns:a16="http://schemas.microsoft.com/office/drawing/2014/main" id="{115D48A4-DFFA-FF8E-BF82-895ABEEE9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6309" y="2108589"/>
            <a:ext cx="3785409" cy="3785409"/>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2B5F66B8-B2A2-AFEC-CED5-D0395D99C9E3}"/>
              </a:ext>
            </a:extLst>
          </p:cNvPr>
          <p:cNvSpPr/>
          <p:nvPr/>
        </p:nvSpPr>
        <p:spPr>
          <a:xfrm>
            <a:off x="9322433" y="3819452"/>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1</a:t>
            </a:r>
          </a:p>
        </p:txBody>
      </p:sp>
      <p:sp>
        <p:nvSpPr>
          <p:cNvPr id="9" name="Oval 8">
            <a:extLst>
              <a:ext uri="{FF2B5EF4-FFF2-40B4-BE49-F238E27FC236}">
                <a16:creationId xmlns:a16="http://schemas.microsoft.com/office/drawing/2014/main" id="{FAC7E946-E24D-0889-F4DA-67FF3C81894A}"/>
              </a:ext>
            </a:extLst>
          </p:cNvPr>
          <p:cNvSpPr/>
          <p:nvPr/>
        </p:nvSpPr>
        <p:spPr>
          <a:xfrm>
            <a:off x="9587172" y="3064979"/>
            <a:ext cx="363682" cy="363682"/>
          </a:xfrm>
          <a:prstGeom prst="ellips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a:solidFill>
                  <a:schemeClr val="tx1"/>
                </a:solidFill>
              </a:rPr>
              <a:t>3</a:t>
            </a:r>
          </a:p>
        </p:txBody>
      </p:sp>
      <p:sp>
        <p:nvSpPr>
          <p:cNvPr id="10" name="Oval 9">
            <a:extLst>
              <a:ext uri="{FF2B5EF4-FFF2-40B4-BE49-F238E27FC236}">
                <a16:creationId xmlns:a16="http://schemas.microsoft.com/office/drawing/2014/main" id="{8C21CD6E-D097-9624-A23F-B331DA424926}"/>
              </a:ext>
            </a:extLst>
          </p:cNvPr>
          <p:cNvSpPr/>
          <p:nvPr/>
        </p:nvSpPr>
        <p:spPr>
          <a:xfrm>
            <a:off x="9587172" y="2630383"/>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4</a:t>
            </a:r>
          </a:p>
        </p:txBody>
      </p:sp>
      <p:sp>
        <p:nvSpPr>
          <p:cNvPr id="11" name="Oval 10">
            <a:extLst>
              <a:ext uri="{FF2B5EF4-FFF2-40B4-BE49-F238E27FC236}">
                <a16:creationId xmlns:a16="http://schemas.microsoft.com/office/drawing/2014/main" id="{8FF04974-D419-0A02-9EDE-E5E3C6E6EFCF}"/>
              </a:ext>
            </a:extLst>
          </p:cNvPr>
          <p:cNvSpPr/>
          <p:nvPr/>
        </p:nvSpPr>
        <p:spPr>
          <a:xfrm>
            <a:off x="9587172" y="2195788"/>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5</a:t>
            </a:r>
          </a:p>
        </p:txBody>
      </p:sp>
      <p:sp>
        <p:nvSpPr>
          <p:cNvPr id="12" name="Oval 11">
            <a:extLst>
              <a:ext uri="{FF2B5EF4-FFF2-40B4-BE49-F238E27FC236}">
                <a16:creationId xmlns:a16="http://schemas.microsoft.com/office/drawing/2014/main" id="{3DA54CF5-4E7F-2504-74BD-6E4EF04187C2}"/>
              </a:ext>
            </a:extLst>
          </p:cNvPr>
          <p:cNvSpPr/>
          <p:nvPr/>
        </p:nvSpPr>
        <p:spPr>
          <a:xfrm>
            <a:off x="9587172" y="1740741"/>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6</a:t>
            </a:r>
          </a:p>
        </p:txBody>
      </p:sp>
      <p:pic>
        <p:nvPicPr>
          <p:cNvPr id="13" name="Picture 2">
            <a:extLst>
              <a:ext uri="{FF2B5EF4-FFF2-40B4-BE49-F238E27FC236}">
                <a16:creationId xmlns:a16="http://schemas.microsoft.com/office/drawing/2014/main" id="{0853ADCB-8ADE-5327-2B77-85A5A9D7A5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6115" y="6175320"/>
            <a:ext cx="1870363" cy="577905"/>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2">
            <a:extLst>
              <a:ext uri="{FF2B5EF4-FFF2-40B4-BE49-F238E27FC236}">
                <a16:creationId xmlns:a16="http://schemas.microsoft.com/office/drawing/2014/main" id="{2311A295-B4EF-2869-8040-B1F99CA362ED}"/>
              </a:ext>
            </a:extLst>
          </p:cNvPr>
          <p:cNvSpPr>
            <a:spLocks noGrp="1"/>
          </p:cNvSpPr>
          <p:nvPr>
            <p:ph type="sldNum" sz="quarter" idx="12"/>
          </p:nvPr>
        </p:nvSpPr>
        <p:spPr>
          <a:xfrm>
            <a:off x="9249697" y="6357787"/>
            <a:ext cx="2743200" cy="365125"/>
          </a:xfrm>
        </p:spPr>
        <p:txBody>
          <a:bodyPr/>
          <a:lstStyle/>
          <a:p>
            <a:fld id="{57318B41-7091-43C7-A64D-C425C732E928}" type="slidenum">
              <a:rPr lang="fr-FR" smtClean="0"/>
              <a:t>9</a:t>
            </a:fld>
            <a:endParaRPr lang="fr-FR"/>
          </a:p>
        </p:txBody>
      </p:sp>
      <p:sp>
        <p:nvSpPr>
          <p:cNvPr id="6" name="Oval 5">
            <a:extLst>
              <a:ext uri="{FF2B5EF4-FFF2-40B4-BE49-F238E27FC236}">
                <a16:creationId xmlns:a16="http://schemas.microsoft.com/office/drawing/2014/main" id="{D459EDAD-96B2-FCEF-8347-AC8598BCE8A3}"/>
              </a:ext>
            </a:extLst>
          </p:cNvPr>
          <p:cNvSpPr/>
          <p:nvPr/>
        </p:nvSpPr>
        <p:spPr>
          <a:xfrm>
            <a:off x="9855604" y="3819452"/>
            <a:ext cx="363682" cy="36368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a:t>2</a:t>
            </a:r>
          </a:p>
        </p:txBody>
      </p:sp>
    </p:spTree>
    <p:extLst>
      <p:ext uri="{BB962C8B-B14F-4D97-AF65-F5344CB8AC3E}">
        <p14:creationId xmlns:p14="http://schemas.microsoft.com/office/powerpoint/2010/main" val="2806524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9646-64B7-D322-85C5-94DBB85538B1}"/>
              </a:ext>
            </a:extLst>
          </p:cNvPr>
          <p:cNvSpPr>
            <a:spLocks noGrp="1"/>
          </p:cNvSpPr>
          <p:nvPr>
            <p:ph type="title"/>
          </p:nvPr>
        </p:nvSpPr>
        <p:spPr/>
        <p:txBody>
          <a:bodyPr/>
          <a:lstStyle/>
          <a:p>
            <a:r>
              <a:rPr lang="fr-FR" b="1"/>
              <a:t>Indicateurs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2B924A-CC3A-E81D-AC63-372A8AE6C156}"/>
                  </a:ext>
                </a:extLst>
              </p:cNvPr>
              <p:cNvSpPr>
                <a:spLocks noGrp="1"/>
              </p:cNvSpPr>
              <p:nvPr>
                <p:ph idx="1"/>
              </p:nvPr>
            </p:nvSpPr>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𝑃𝑉</m:t>
                      </m:r>
                      <m:r>
                        <a:rPr lang="en-US" b="0" i="1" smtClean="0">
                          <a:latin typeface="Cambria Math" panose="02040503050406030204" pitchFamily="18" charset="0"/>
                        </a:rPr>
                        <m:t>=48000 ∗0,75=36000 €</m:t>
                      </m:r>
                    </m:oMath>
                  </m:oMathPara>
                </a14:m>
                <a:endParaRPr lang="en-US" b="0"/>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𝐸𝑉</m:t>
                      </m:r>
                      <m:r>
                        <a:rPr lang="en-US" b="0" i="1" smtClean="0">
                          <a:latin typeface="Cambria Math" panose="02040503050406030204" pitchFamily="18" charset="0"/>
                        </a:rPr>
                        <m:t>=48000 ∗0,66=32000 €</m:t>
                      </m:r>
                    </m:oMath>
                  </m:oMathPara>
                </a14:m>
                <a:endParaRPr lang="en-US" b="0"/>
              </a:p>
              <a:p>
                <a:pPr marL="0" indent="0">
                  <a:buNone/>
                </a:pPr>
                <a14:m>
                  <m:oMath xmlns:m="http://schemas.openxmlformats.org/officeDocument/2006/math">
                    <m:r>
                      <a:rPr lang="en-US" b="0" i="1" smtClean="0">
                        <a:latin typeface="Cambria Math" panose="02040503050406030204" pitchFamily="18" charset="0"/>
                      </a:rPr>
                      <m:t>𝑆𝑃𝐼</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𝐸𝑉</m:t>
                        </m:r>
                      </m:num>
                      <m:den>
                        <m:r>
                          <a:rPr lang="en-US" b="0" i="1" smtClean="0">
                            <a:latin typeface="Cambria Math" panose="02040503050406030204" pitchFamily="18" charset="0"/>
                          </a:rPr>
                          <m:t>𝑃𝑉</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32000</m:t>
                        </m:r>
                      </m:num>
                      <m:den>
                        <m:r>
                          <a:rPr lang="en-US" b="0" i="1" smtClean="0">
                            <a:latin typeface="Cambria Math" panose="02040503050406030204" pitchFamily="18" charset="0"/>
                          </a:rPr>
                          <m:t>36000</m:t>
                        </m:r>
                      </m:den>
                    </m:f>
                    <m:r>
                      <a:rPr lang="en-US" b="0" i="1" smtClean="0">
                        <a:latin typeface="Cambria Math" panose="02040503050406030204" pitchFamily="18" charset="0"/>
                      </a:rPr>
                      <m:t>=0,89</m:t>
                    </m:r>
                  </m:oMath>
                </a14:m>
                <a:r>
                  <a:rPr lang="fr-FR"/>
                  <a:t> &lt; 1 </a:t>
                </a:r>
                <a:r>
                  <a:rPr lang="fr-FR">
                    <a:sym typeface="Wingdings" panose="05000000000000000000" pitchFamily="2" charset="2"/>
                  </a:rPr>
                  <a:t> retard accumulé à partir du 3</a:t>
                </a:r>
                <a:r>
                  <a:rPr lang="fr-FR" baseline="30000">
                    <a:sym typeface="Wingdings" panose="05000000000000000000" pitchFamily="2" charset="2"/>
                  </a:rPr>
                  <a:t>ième</a:t>
                </a:r>
                <a:r>
                  <a:rPr lang="fr-FR">
                    <a:sym typeface="Wingdings" panose="05000000000000000000" pitchFamily="2" charset="2"/>
                  </a:rPr>
                  <a:t> sprint</a:t>
                </a:r>
              </a:p>
              <a:p>
                <a:pPr marL="0" indent="0">
                  <a:buNone/>
                </a:pPr>
                <a:endParaRPr lang="fr-FR">
                  <a:sym typeface="Wingdings" panose="05000000000000000000" pitchFamily="2" charset="2"/>
                </a:endParaRPr>
              </a:p>
              <a:p>
                <a:pPr marL="0" indent="0">
                  <a:buNone/>
                </a:pPr>
                <a:r>
                  <a:rPr lang="fr-FR">
                    <a:sym typeface="Wingdings" panose="05000000000000000000" pitchFamily="2" charset="2"/>
                  </a:rPr>
                  <a:t>Motivation de l’équipe : toujours motivée malgré les problèmes et difficultés rencontrées</a:t>
                </a:r>
              </a:p>
              <a:p>
                <a:pPr marL="0" indent="0">
                  <a:buNone/>
                </a:pPr>
                <a:endParaRPr lang="fr-FR">
                  <a:sym typeface="Wingdings" panose="05000000000000000000" pitchFamily="2" charset="2"/>
                </a:endParaRPr>
              </a:p>
              <a:p>
                <a:pPr marL="0" indent="0">
                  <a:buNone/>
                </a:pPr>
                <a:r>
                  <a:rPr lang="fr-FR">
                    <a:sym typeface="Wingdings" panose="05000000000000000000" pitchFamily="2" charset="2"/>
                  </a:rPr>
                  <a:t>Satisfaction du client : très satisfait du travail et des efforts fournis</a:t>
                </a:r>
              </a:p>
              <a:p>
                <a:pPr marL="0" indent="0">
                  <a:buNone/>
                </a:pPr>
                <a:endParaRPr lang="fr-FR">
                  <a:sym typeface="Wingdings" panose="05000000000000000000" pitchFamily="2" charset="2"/>
                </a:endParaRPr>
              </a:p>
              <a:p>
                <a:pPr marL="0" indent="0">
                  <a:buNone/>
                </a:pPr>
                <a:endParaRPr lang="fr-FR"/>
              </a:p>
            </p:txBody>
          </p:sp>
        </mc:Choice>
        <mc:Fallback xmlns="">
          <p:sp>
            <p:nvSpPr>
              <p:cNvPr id="3" name="Content Placeholder 2">
                <a:extLst>
                  <a:ext uri="{FF2B5EF4-FFF2-40B4-BE49-F238E27FC236}">
                    <a16:creationId xmlns:a16="http://schemas.microsoft.com/office/drawing/2014/main" id="{802B924A-CC3A-E81D-AC63-372A8AE6C156}"/>
                  </a:ext>
                </a:extLst>
              </p:cNvPr>
              <p:cNvSpPr>
                <a:spLocks noGrp="1" noRot="1" noChangeAspect="1" noMove="1" noResize="1" noEditPoints="1" noAdjustHandles="1" noChangeArrowheads="1" noChangeShapeType="1" noTextEdit="1"/>
              </p:cNvSpPr>
              <p:nvPr>
                <p:ph idx="1"/>
              </p:nvPr>
            </p:nvSpPr>
            <p:spPr>
              <a:blipFill>
                <a:blip r:embed="rId2"/>
                <a:stretch>
                  <a:fillRect l="-1217" b="-378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A2BF07D-1704-DFE6-2AEB-8E00E80FF63A}"/>
              </a:ext>
            </a:extLst>
          </p:cNvPr>
          <p:cNvSpPr>
            <a:spLocks noGrp="1"/>
          </p:cNvSpPr>
          <p:nvPr>
            <p:ph type="sldNum" sz="quarter" idx="12"/>
          </p:nvPr>
        </p:nvSpPr>
        <p:spPr/>
        <p:txBody>
          <a:bodyPr/>
          <a:lstStyle/>
          <a:p>
            <a:fld id="{D8330167-9ACD-4CBA-BC3C-461396547B0B}" type="slidenum">
              <a:rPr lang="fr-FR" smtClean="0"/>
              <a:t>10</a:t>
            </a:fld>
            <a:endParaRPr lang="fr-FR"/>
          </a:p>
        </p:txBody>
      </p:sp>
    </p:spTree>
    <p:extLst>
      <p:ext uri="{BB962C8B-B14F-4D97-AF65-F5344CB8AC3E}">
        <p14:creationId xmlns:p14="http://schemas.microsoft.com/office/powerpoint/2010/main" val="1340833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4265-CA6D-9591-22E6-94D0F53C0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F542D-5843-DC1B-61CF-599CFADF3B71}"/>
              </a:ext>
            </a:extLst>
          </p:cNvPr>
          <p:cNvSpPr>
            <a:spLocks noGrp="1"/>
          </p:cNvSpPr>
          <p:nvPr>
            <p:ph type="title"/>
          </p:nvPr>
        </p:nvSpPr>
        <p:spPr/>
        <p:txBody>
          <a:bodyPr/>
          <a:lstStyle/>
          <a:p>
            <a:r>
              <a:rPr lang="fr-FR" b="1"/>
              <a:t>Persona :</a:t>
            </a:r>
          </a:p>
        </p:txBody>
      </p:sp>
      <p:sp>
        <p:nvSpPr>
          <p:cNvPr id="3" name="Content Placeholder 2">
            <a:extLst>
              <a:ext uri="{FF2B5EF4-FFF2-40B4-BE49-F238E27FC236}">
                <a16:creationId xmlns:a16="http://schemas.microsoft.com/office/drawing/2014/main" id="{69D83CC0-7B05-3851-E965-52D390E750AE}"/>
              </a:ext>
            </a:extLst>
          </p:cNvPr>
          <p:cNvSpPr>
            <a:spLocks noGrp="1"/>
          </p:cNvSpPr>
          <p:nvPr>
            <p:ph idx="1"/>
          </p:nvPr>
        </p:nvSpPr>
        <p:spPr/>
        <p:txBody>
          <a:bodyPr>
            <a:normAutofit fontScale="70000" lnSpcReduction="20000"/>
          </a:bodyPr>
          <a:lstStyle/>
          <a:p>
            <a:pPr marL="0" indent="0">
              <a:buNone/>
            </a:pPr>
            <a:r>
              <a:rPr lang="fr-FR"/>
              <a:t>Jules Durand, 23 ans, étudiant en dernière année dans une école d'ingénieur en informatique. Pour valider sa dernière année de sa formation, il doit effectuer un stage. </a:t>
            </a:r>
          </a:p>
          <a:p>
            <a:pPr marL="0" indent="0">
              <a:buNone/>
            </a:pPr>
            <a:r>
              <a:rPr lang="fr-FR" b="1"/>
              <a:t>Objectifs principaux : </a:t>
            </a:r>
          </a:p>
          <a:p>
            <a:r>
              <a:rPr lang="fr-FR"/>
              <a:t>Trouver un stage à l'étranger </a:t>
            </a:r>
          </a:p>
          <a:p>
            <a:r>
              <a:rPr lang="fr-FR"/>
              <a:t>Trouver un stage long (au moins 22 semaines) </a:t>
            </a:r>
          </a:p>
          <a:p>
            <a:r>
              <a:rPr lang="fr-FR"/>
              <a:t>Trouver un stage de niveau ingénieur (équivalent Master-2) </a:t>
            </a:r>
          </a:p>
          <a:p>
            <a:r>
              <a:rPr lang="fr-FR"/>
              <a:t>Trouver un stage le mieux rémunéré pour couvrir ses frais </a:t>
            </a:r>
          </a:p>
          <a:p>
            <a:r>
              <a:rPr lang="fr-FR"/>
              <a:t>Trouver un stage utilisant les technologies du web comme </a:t>
            </a:r>
            <a:r>
              <a:rPr lang="fr-FR" err="1"/>
              <a:t>TypeScript</a:t>
            </a:r>
            <a:r>
              <a:rPr lang="fr-FR"/>
              <a:t>, </a:t>
            </a:r>
            <a:r>
              <a:rPr lang="fr-FR" err="1"/>
              <a:t>React</a:t>
            </a:r>
            <a:r>
              <a:rPr lang="fr-FR"/>
              <a:t>, … </a:t>
            </a:r>
          </a:p>
          <a:p>
            <a:pPr marL="0" indent="0">
              <a:buNone/>
            </a:pPr>
            <a:r>
              <a:rPr lang="fr-FR" b="1"/>
              <a:t>Frustrations : </a:t>
            </a:r>
          </a:p>
          <a:p>
            <a:r>
              <a:rPr lang="fr-FR"/>
              <a:t>Les plateformes mélangent stages, CDI et alternances </a:t>
            </a:r>
          </a:p>
          <a:p>
            <a:r>
              <a:rPr lang="fr-FR"/>
              <a:t>Les offres sont souvent vagues (pas de détail sur technologies ni missions précises) </a:t>
            </a:r>
          </a:p>
          <a:p>
            <a:r>
              <a:rPr lang="fr-FR"/>
              <a:t>Les résultats de recherche ne correspondent pas aux filtres utilisés </a:t>
            </a:r>
          </a:p>
          <a:p>
            <a:r>
              <a:rPr lang="fr-FR"/>
              <a:t>Pas de possibilité de comparer facilement deux offres entre elles</a:t>
            </a:r>
          </a:p>
          <a:p>
            <a:pPr marL="0" indent="0">
              <a:buNone/>
            </a:pPr>
            <a:endParaRPr lang="fr-FR"/>
          </a:p>
        </p:txBody>
      </p:sp>
      <p:sp>
        <p:nvSpPr>
          <p:cNvPr id="4" name="Slide Number Placeholder 3">
            <a:extLst>
              <a:ext uri="{FF2B5EF4-FFF2-40B4-BE49-F238E27FC236}">
                <a16:creationId xmlns:a16="http://schemas.microsoft.com/office/drawing/2014/main" id="{A4C9EBED-A9F0-FE21-8845-7C555EFB8E97}"/>
              </a:ext>
            </a:extLst>
          </p:cNvPr>
          <p:cNvSpPr>
            <a:spLocks noGrp="1"/>
          </p:cNvSpPr>
          <p:nvPr>
            <p:ph type="sldNum" sz="quarter" idx="12"/>
          </p:nvPr>
        </p:nvSpPr>
        <p:spPr/>
        <p:txBody>
          <a:bodyPr/>
          <a:lstStyle/>
          <a:p>
            <a:fld id="{D8330167-9ACD-4CBA-BC3C-461396547B0B}" type="slidenum">
              <a:rPr lang="fr-FR" smtClean="0"/>
              <a:t>11</a:t>
            </a:fld>
            <a:endParaRPr lang="fr-FR"/>
          </a:p>
        </p:txBody>
      </p:sp>
    </p:spTree>
    <p:extLst>
      <p:ext uri="{BB962C8B-B14F-4D97-AF65-F5344CB8AC3E}">
        <p14:creationId xmlns:p14="http://schemas.microsoft.com/office/powerpoint/2010/main" val="255634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68D8E-21F4-3C76-366B-46CEF38C0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EA54F-8F2F-34D2-5255-D2848DDA038E}"/>
              </a:ext>
            </a:extLst>
          </p:cNvPr>
          <p:cNvSpPr>
            <a:spLocks noGrp="1"/>
          </p:cNvSpPr>
          <p:nvPr>
            <p:ph type="title"/>
          </p:nvPr>
        </p:nvSpPr>
        <p:spPr/>
        <p:txBody>
          <a:bodyPr/>
          <a:lstStyle/>
          <a:p>
            <a:r>
              <a:rPr lang="fr-FR" b="1"/>
              <a:t>Persona :</a:t>
            </a:r>
          </a:p>
        </p:txBody>
      </p:sp>
      <p:sp>
        <p:nvSpPr>
          <p:cNvPr id="3" name="Content Placeholder 2">
            <a:extLst>
              <a:ext uri="{FF2B5EF4-FFF2-40B4-BE49-F238E27FC236}">
                <a16:creationId xmlns:a16="http://schemas.microsoft.com/office/drawing/2014/main" id="{EF0AF0E0-C519-FB54-D662-CF2CF7DC25D1}"/>
              </a:ext>
            </a:extLst>
          </p:cNvPr>
          <p:cNvSpPr>
            <a:spLocks noGrp="1"/>
          </p:cNvSpPr>
          <p:nvPr>
            <p:ph idx="1"/>
          </p:nvPr>
        </p:nvSpPr>
        <p:spPr/>
        <p:txBody>
          <a:bodyPr>
            <a:noAutofit/>
          </a:bodyPr>
          <a:lstStyle/>
          <a:p>
            <a:pPr marL="0" indent="0">
              <a:buNone/>
            </a:pPr>
            <a:r>
              <a:rPr lang="fr-FR" sz="2000"/>
              <a:t>Marc Dufour, 54 ans, est un ancien conseiller bancaire, il souhaite changer de métier en effectuant une reconversion professionnelle. Il aimerait s’orienter dans le domaine de l’informatique, tout en restant dans le secteur bancaire. </a:t>
            </a:r>
          </a:p>
          <a:p>
            <a:pPr marL="0" indent="0">
              <a:buNone/>
            </a:pPr>
            <a:r>
              <a:rPr lang="fr-FR" sz="2000" b="1"/>
              <a:t>Objectifs principaux : </a:t>
            </a:r>
          </a:p>
          <a:p>
            <a:r>
              <a:rPr lang="fr-FR" sz="2000"/>
              <a:t>Trouver une offre d’emploi dans le domaine bancaire </a:t>
            </a:r>
          </a:p>
          <a:p>
            <a:r>
              <a:rPr lang="fr-FR" sz="2000"/>
              <a:t>Trouver une formation adaptée aux profils débutants en IT </a:t>
            </a:r>
          </a:p>
          <a:p>
            <a:pPr marL="0" indent="0">
              <a:buNone/>
            </a:pPr>
            <a:r>
              <a:rPr lang="fr-FR" sz="2000" b="1"/>
              <a:t>Frustrations : </a:t>
            </a:r>
          </a:p>
          <a:p>
            <a:r>
              <a:rPr lang="fr-FR" sz="2000"/>
              <a:t>Peu d’offres accessibles sans prérequis techniques élevés </a:t>
            </a:r>
          </a:p>
          <a:p>
            <a:r>
              <a:rPr lang="fr-FR" sz="2000"/>
              <a:t>Les plateformes n’offrent pas de mise en avant pour les profils seniors ou en reconversion </a:t>
            </a:r>
          </a:p>
          <a:p>
            <a:r>
              <a:rPr lang="fr-FR" sz="2000"/>
              <a:t>Impossible de déposer une candidature spontanée via les plateformes actuelles </a:t>
            </a:r>
          </a:p>
          <a:p>
            <a:r>
              <a:rPr lang="fr-FR" sz="2000"/>
              <a:t>Sentiment que les recruteurs privilégient les étudiants jeunes et expérimentés</a:t>
            </a:r>
          </a:p>
          <a:p>
            <a:pPr marL="0" indent="0">
              <a:buNone/>
            </a:pPr>
            <a:endParaRPr lang="fr-FR" sz="2000"/>
          </a:p>
        </p:txBody>
      </p:sp>
      <p:sp>
        <p:nvSpPr>
          <p:cNvPr id="4" name="Slide Number Placeholder 3">
            <a:extLst>
              <a:ext uri="{FF2B5EF4-FFF2-40B4-BE49-F238E27FC236}">
                <a16:creationId xmlns:a16="http://schemas.microsoft.com/office/drawing/2014/main" id="{0991FDE5-93BF-8C34-34AB-2243421634D6}"/>
              </a:ext>
            </a:extLst>
          </p:cNvPr>
          <p:cNvSpPr>
            <a:spLocks noGrp="1"/>
          </p:cNvSpPr>
          <p:nvPr>
            <p:ph type="sldNum" sz="quarter" idx="12"/>
          </p:nvPr>
        </p:nvSpPr>
        <p:spPr/>
        <p:txBody>
          <a:bodyPr/>
          <a:lstStyle/>
          <a:p>
            <a:fld id="{D8330167-9ACD-4CBA-BC3C-461396547B0B}" type="slidenum">
              <a:rPr lang="fr-FR" smtClean="0"/>
              <a:t>12</a:t>
            </a:fld>
            <a:endParaRPr lang="fr-FR"/>
          </a:p>
        </p:txBody>
      </p:sp>
    </p:spTree>
    <p:extLst>
      <p:ext uri="{BB962C8B-B14F-4D97-AF65-F5344CB8AC3E}">
        <p14:creationId xmlns:p14="http://schemas.microsoft.com/office/powerpoint/2010/main" val="3521495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AB0BA-8A74-69C5-F448-2DEC19AD0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BF14E-F9B3-89F5-B423-4F27A1C4776C}"/>
              </a:ext>
            </a:extLst>
          </p:cNvPr>
          <p:cNvSpPr>
            <a:spLocks noGrp="1"/>
          </p:cNvSpPr>
          <p:nvPr>
            <p:ph type="title"/>
          </p:nvPr>
        </p:nvSpPr>
        <p:spPr/>
        <p:txBody>
          <a:bodyPr/>
          <a:lstStyle/>
          <a:p>
            <a:r>
              <a:rPr lang="fr-FR" b="1"/>
              <a:t>Persona :</a:t>
            </a:r>
          </a:p>
        </p:txBody>
      </p:sp>
      <p:sp>
        <p:nvSpPr>
          <p:cNvPr id="3" name="Content Placeholder 2">
            <a:extLst>
              <a:ext uri="{FF2B5EF4-FFF2-40B4-BE49-F238E27FC236}">
                <a16:creationId xmlns:a16="http://schemas.microsoft.com/office/drawing/2014/main" id="{A663D758-1873-135A-8CD9-2F6675400D85}"/>
              </a:ext>
            </a:extLst>
          </p:cNvPr>
          <p:cNvSpPr>
            <a:spLocks noGrp="1"/>
          </p:cNvSpPr>
          <p:nvPr>
            <p:ph idx="1"/>
          </p:nvPr>
        </p:nvSpPr>
        <p:spPr/>
        <p:txBody>
          <a:bodyPr>
            <a:normAutofit fontScale="77500" lnSpcReduction="20000"/>
          </a:bodyPr>
          <a:lstStyle/>
          <a:p>
            <a:pPr marL="0" indent="0">
              <a:buNone/>
            </a:pPr>
            <a:r>
              <a:rPr lang="fr-FR"/>
              <a:t>Louis Pichon, 35 ans, est un recruteur dans une ESN suisse qui recherche régulièrement des ingénieurs en informatique pour différents projets de l'entreprise. </a:t>
            </a:r>
          </a:p>
          <a:p>
            <a:pPr marL="0" indent="0">
              <a:buNone/>
            </a:pPr>
            <a:r>
              <a:rPr lang="fr-FR" b="1"/>
              <a:t>Objectifs principaux : </a:t>
            </a:r>
          </a:p>
          <a:p>
            <a:r>
              <a:rPr lang="fr-FR"/>
              <a:t>Publier rapidement une offre d’emploi claire et attractive </a:t>
            </a:r>
          </a:p>
          <a:p>
            <a:r>
              <a:rPr lang="fr-FR"/>
              <a:t>Parcourir facilement les CV et profils des candidats </a:t>
            </a:r>
          </a:p>
          <a:p>
            <a:r>
              <a:rPr lang="fr-FR"/>
              <a:t>Filtrer les candidatures par compétences techniques (langages, </a:t>
            </a:r>
            <a:r>
              <a:rPr lang="fr-FR" err="1"/>
              <a:t>frameworks</a:t>
            </a:r>
            <a:r>
              <a:rPr lang="fr-FR"/>
              <a:t>) </a:t>
            </a:r>
          </a:p>
          <a:p>
            <a:r>
              <a:rPr lang="fr-FR"/>
              <a:t>Suivre les candidatures depuis un tableau de bord </a:t>
            </a:r>
          </a:p>
          <a:p>
            <a:pPr marL="0" indent="0">
              <a:buNone/>
            </a:pPr>
            <a:r>
              <a:rPr lang="fr-FR" b="1"/>
              <a:t>Frustrations : </a:t>
            </a:r>
          </a:p>
          <a:p>
            <a:r>
              <a:rPr lang="fr-FR"/>
              <a:t>Impossible de recevoir des candidatures spontanées via certaines plateformes </a:t>
            </a:r>
          </a:p>
          <a:p>
            <a:r>
              <a:rPr lang="fr-FR"/>
              <a:t>Les profils ne sont pas toujours adaptés ou trop peu détaillés </a:t>
            </a:r>
          </a:p>
          <a:p>
            <a:r>
              <a:rPr lang="fr-FR"/>
              <a:t>Pas d’outil de communication intégré pour échanger directement avec les candidats</a:t>
            </a:r>
          </a:p>
        </p:txBody>
      </p:sp>
      <p:sp>
        <p:nvSpPr>
          <p:cNvPr id="4" name="Slide Number Placeholder 3">
            <a:extLst>
              <a:ext uri="{FF2B5EF4-FFF2-40B4-BE49-F238E27FC236}">
                <a16:creationId xmlns:a16="http://schemas.microsoft.com/office/drawing/2014/main" id="{700C34E8-7CF0-8A7D-F9D9-17A391E5827B}"/>
              </a:ext>
            </a:extLst>
          </p:cNvPr>
          <p:cNvSpPr>
            <a:spLocks noGrp="1"/>
          </p:cNvSpPr>
          <p:nvPr>
            <p:ph type="sldNum" sz="quarter" idx="12"/>
          </p:nvPr>
        </p:nvSpPr>
        <p:spPr/>
        <p:txBody>
          <a:bodyPr/>
          <a:lstStyle/>
          <a:p>
            <a:fld id="{D8330167-9ACD-4CBA-BC3C-461396547B0B}" type="slidenum">
              <a:rPr lang="fr-FR" smtClean="0"/>
              <a:t>13</a:t>
            </a:fld>
            <a:endParaRPr lang="fr-FR"/>
          </a:p>
        </p:txBody>
      </p:sp>
    </p:spTree>
    <p:extLst>
      <p:ext uri="{BB962C8B-B14F-4D97-AF65-F5344CB8AC3E}">
        <p14:creationId xmlns:p14="http://schemas.microsoft.com/office/powerpoint/2010/main" val="1031622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2368-5A50-BC0B-2CC2-4EC803B79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45BEC-2A95-9976-A566-673944A4FA93}"/>
              </a:ext>
            </a:extLst>
          </p:cNvPr>
          <p:cNvSpPr>
            <a:spLocks noGrp="1"/>
          </p:cNvSpPr>
          <p:nvPr>
            <p:ph type="title"/>
          </p:nvPr>
        </p:nvSpPr>
        <p:spPr/>
        <p:txBody>
          <a:bodyPr/>
          <a:lstStyle/>
          <a:p>
            <a:r>
              <a:rPr lang="fr-FR" b="1"/>
              <a:t>Persona :</a:t>
            </a:r>
          </a:p>
        </p:txBody>
      </p:sp>
      <p:sp>
        <p:nvSpPr>
          <p:cNvPr id="3" name="Content Placeholder 2">
            <a:extLst>
              <a:ext uri="{FF2B5EF4-FFF2-40B4-BE49-F238E27FC236}">
                <a16:creationId xmlns:a16="http://schemas.microsoft.com/office/drawing/2014/main" id="{C1B567F4-DED2-EF99-FF0E-63E7E9AC95BF}"/>
              </a:ext>
            </a:extLst>
          </p:cNvPr>
          <p:cNvSpPr>
            <a:spLocks noGrp="1"/>
          </p:cNvSpPr>
          <p:nvPr>
            <p:ph idx="1"/>
          </p:nvPr>
        </p:nvSpPr>
        <p:spPr/>
        <p:txBody>
          <a:bodyPr>
            <a:normAutofit/>
          </a:bodyPr>
          <a:lstStyle/>
          <a:p>
            <a:pPr marL="0" indent="0">
              <a:buNone/>
            </a:pPr>
            <a:r>
              <a:rPr lang="fr-FR" sz="2200"/>
              <a:t>Olivier Jean, 38 ans, viens juste d’ouvrir un établissement de formation. Il souhaiterait améliorer sa visibilité en publiant des offres de formation en ligne</a:t>
            </a:r>
          </a:p>
          <a:p>
            <a:pPr marL="0" indent="0">
              <a:buNone/>
            </a:pPr>
            <a:r>
              <a:rPr lang="fr-FR" sz="2200" b="1"/>
              <a:t>Objectifs principaux : </a:t>
            </a:r>
          </a:p>
          <a:p>
            <a:r>
              <a:rPr lang="fr-FR" sz="2200"/>
              <a:t>Publier rapidement et facilement des offres de formation</a:t>
            </a:r>
          </a:p>
          <a:p>
            <a:r>
              <a:rPr lang="fr-FR" sz="2200"/>
              <a:t>Gérer les candidatures simplement</a:t>
            </a:r>
          </a:p>
          <a:p>
            <a:r>
              <a:rPr lang="fr-FR" sz="2200"/>
              <a:t>Améliorer sa visibilité auprès de candidats qualifiés</a:t>
            </a:r>
          </a:p>
          <a:p>
            <a:pPr marL="0" indent="0">
              <a:buNone/>
            </a:pPr>
            <a:r>
              <a:rPr lang="fr-FR" sz="2200" b="1"/>
              <a:t>Frustrations : </a:t>
            </a:r>
          </a:p>
          <a:p>
            <a:r>
              <a:rPr lang="fr-FR" sz="2200"/>
              <a:t>Impossible de différencier une offre de formation d’une offre d’emploi</a:t>
            </a:r>
          </a:p>
          <a:p>
            <a:r>
              <a:rPr lang="fr-FR" sz="2200"/>
              <a:t>Plateformes pensées uniquement pour les offres d’emploi</a:t>
            </a:r>
          </a:p>
        </p:txBody>
      </p:sp>
      <p:sp>
        <p:nvSpPr>
          <p:cNvPr id="4" name="Slide Number Placeholder 3">
            <a:extLst>
              <a:ext uri="{FF2B5EF4-FFF2-40B4-BE49-F238E27FC236}">
                <a16:creationId xmlns:a16="http://schemas.microsoft.com/office/drawing/2014/main" id="{028B5AF7-97C4-3E60-C45A-6E6064FCEF27}"/>
              </a:ext>
            </a:extLst>
          </p:cNvPr>
          <p:cNvSpPr>
            <a:spLocks noGrp="1"/>
          </p:cNvSpPr>
          <p:nvPr>
            <p:ph type="sldNum" sz="quarter" idx="12"/>
          </p:nvPr>
        </p:nvSpPr>
        <p:spPr/>
        <p:txBody>
          <a:bodyPr/>
          <a:lstStyle/>
          <a:p>
            <a:fld id="{D8330167-9ACD-4CBA-BC3C-461396547B0B}" type="slidenum">
              <a:rPr lang="fr-FR" smtClean="0"/>
              <a:t>14</a:t>
            </a:fld>
            <a:endParaRPr lang="fr-FR"/>
          </a:p>
        </p:txBody>
      </p:sp>
    </p:spTree>
    <p:extLst>
      <p:ext uri="{BB962C8B-B14F-4D97-AF65-F5344CB8AC3E}">
        <p14:creationId xmlns:p14="http://schemas.microsoft.com/office/powerpoint/2010/main" val="207677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314DE-F2D6-0FB5-463A-251E7A73D6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ED0E6-A239-144E-27D7-7AE71DE863C7}"/>
              </a:ext>
            </a:extLst>
          </p:cNvPr>
          <p:cNvSpPr>
            <a:spLocks noGrp="1"/>
          </p:cNvSpPr>
          <p:nvPr>
            <p:ph type="title"/>
          </p:nvPr>
        </p:nvSpPr>
        <p:spPr/>
        <p:txBody>
          <a:bodyPr/>
          <a:lstStyle/>
          <a:p>
            <a:r>
              <a:rPr lang="fr-FR" b="1"/>
              <a:t>Persona :</a:t>
            </a:r>
          </a:p>
        </p:txBody>
      </p:sp>
      <p:sp>
        <p:nvSpPr>
          <p:cNvPr id="3" name="Content Placeholder 2">
            <a:extLst>
              <a:ext uri="{FF2B5EF4-FFF2-40B4-BE49-F238E27FC236}">
                <a16:creationId xmlns:a16="http://schemas.microsoft.com/office/drawing/2014/main" id="{ABF38A69-298E-771F-FD26-B9B59F054B0E}"/>
              </a:ext>
            </a:extLst>
          </p:cNvPr>
          <p:cNvSpPr>
            <a:spLocks noGrp="1"/>
          </p:cNvSpPr>
          <p:nvPr>
            <p:ph idx="1"/>
          </p:nvPr>
        </p:nvSpPr>
        <p:spPr/>
        <p:txBody>
          <a:bodyPr vert="horz" lIns="91440" tIns="45720" rIns="91440" bIns="45720" rtlCol="0" anchor="t">
            <a:normAutofit/>
          </a:bodyPr>
          <a:lstStyle/>
          <a:p>
            <a:pPr marL="0" indent="0">
              <a:buNone/>
            </a:pPr>
            <a:r>
              <a:rPr lang="fr-FR" sz="2200"/>
              <a:t>Timothé Richard, 42 ans, travaille depuis la fin de ses études dans le domaine informatique, il souhaite désormais devenir indépendant.</a:t>
            </a:r>
          </a:p>
          <a:p>
            <a:pPr marL="0" indent="0">
              <a:buNone/>
            </a:pPr>
            <a:r>
              <a:rPr lang="fr-FR" sz="2200" b="1"/>
              <a:t>Objectifs principaux : </a:t>
            </a:r>
          </a:p>
          <a:p>
            <a:r>
              <a:rPr lang="fr-FR" sz="2200"/>
              <a:t>Rechercher des missions de courte durée (freelance uniquement)</a:t>
            </a:r>
          </a:p>
          <a:p>
            <a:r>
              <a:rPr lang="fr-FR" sz="2200"/>
              <a:t>Pouvoir trier les offres pour maximiser le TJM</a:t>
            </a:r>
          </a:p>
          <a:p>
            <a:r>
              <a:rPr lang="fr-FR" sz="2200"/>
              <a:t>Postuler à des offres de manière simple sans intermédiaires</a:t>
            </a:r>
          </a:p>
          <a:p>
            <a:pPr marL="0" indent="0">
              <a:buNone/>
            </a:pPr>
            <a:r>
              <a:rPr lang="fr-FR" sz="2200" b="1"/>
              <a:t>Frustrations : </a:t>
            </a:r>
          </a:p>
          <a:p>
            <a:r>
              <a:rPr lang="fr-FR" sz="2200"/>
              <a:t>CDD et missions freelance mélangés (pas de filtres clairs)</a:t>
            </a:r>
          </a:p>
          <a:p>
            <a:r>
              <a:rPr lang="fr-FR" sz="2200"/>
              <a:t>Manque de transparence sur le TJM</a:t>
            </a:r>
          </a:p>
        </p:txBody>
      </p:sp>
      <p:sp>
        <p:nvSpPr>
          <p:cNvPr id="4" name="Slide Number Placeholder 3">
            <a:extLst>
              <a:ext uri="{FF2B5EF4-FFF2-40B4-BE49-F238E27FC236}">
                <a16:creationId xmlns:a16="http://schemas.microsoft.com/office/drawing/2014/main" id="{35447909-A785-5B83-A466-477F30E44D9B}"/>
              </a:ext>
            </a:extLst>
          </p:cNvPr>
          <p:cNvSpPr>
            <a:spLocks noGrp="1"/>
          </p:cNvSpPr>
          <p:nvPr>
            <p:ph type="sldNum" sz="quarter" idx="12"/>
          </p:nvPr>
        </p:nvSpPr>
        <p:spPr/>
        <p:txBody>
          <a:bodyPr/>
          <a:lstStyle/>
          <a:p>
            <a:fld id="{D8330167-9ACD-4CBA-BC3C-461396547B0B}" type="slidenum">
              <a:rPr lang="fr-FR" smtClean="0"/>
              <a:t>15</a:t>
            </a:fld>
            <a:endParaRPr lang="fr-FR"/>
          </a:p>
        </p:txBody>
      </p:sp>
    </p:spTree>
    <p:extLst>
      <p:ext uri="{BB962C8B-B14F-4D97-AF65-F5344CB8AC3E}">
        <p14:creationId xmlns:p14="http://schemas.microsoft.com/office/powerpoint/2010/main" val="3884206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1C74C-7E9C-2965-AEE5-3DE0F7C2C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879182-6D04-2D34-5D8B-6335AC743B95}"/>
              </a:ext>
            </a:extLst>
          </p:cNvPr>
          <p:cNvSpPr>
            <a:spLocks noGrp="1"/>
          </p:cNvSpPr>
          <p:nvPr>
            <p:ph type="title"/>
          </p:nvPr>
        </p:nvSpPr>
        <p:spPr/>
        <p:txBody>
          <a:bodyPr/>
          <a:lstStyle/>
          <a:p>
            <a:r>
              <a:rPr lang="fr-FR" b="1"/>
              <a:t>RGESN : UX/UI</a:t>
            </a:r>
          </a:p>
        </p:txBody>
      </p:sp>
      <p:sp>
        <p:nvSpPr>
          <p:cNvPr id="3" name="Content Placeholder 2">
            <a:extLst>
              <a:ext uri="{FF2B5EF4-FFF2-40B4-BE49-F238E27FC236}">
                <a16:creationId xmlns:a16="http://schemas.microsoft.com/office/drawing/2014/main" id="{6A0BCD83-077E-EA4C-2B96-C9782064D3C6}"/>
              </a:ext>
            </a:extLst>
          </p:cNvPr>
          <p:cNvSpPr>
            <a:spLocks noGrp="1"/>
          </p:cNvSpPr>
          <p:nvPr>
            <p:ph idx="1"/>
          </p:nvPr>
        </p:nvSpPr>
        <p:spPr>
          <a:xfrm>
            <a:off x="838200" y="1563329"/>
            <a:ext cx="10515600" cy="4613634"/>
          </a:xfrm>
        </p:spPr>
        <p:txBody>
          <a:bodyPr>
            <a:noAutofit/>
          </a:bodyPr>
          <a:lstStyle/>
          <a:p>
            <a:pPr marL="0" indent="0">
              <a:buNone/>
            </a:pPr>
            <a:r>
              <a:rPr lang="fr-FR" sz="1500" dirty="0"/>
              <a:t>4.1 – Le service numérique comporte-t-il uniquement des animations, vidéos et sons dont la lecture automatique est désactivée ? </a:t>
            </a:r>
            <a:endParaRPr lang="en-CH" sz="1500" dirty="0"/>
          </a:p>
          <a:p>
            <a:pPr marL="0" indent="0">
              <a:buNone/>
            </a:pPr>
            <a:r>
              <a:rPr lang="fr-FR" sz="1500" b="1" dirty="0"/>
              <a:t>Seulement des animations lors de l’affichage des réponses générées par IA</a:t>
            </a:r>
            <a:endParaRPr lang="en-CH" sz="1500" dirty="0"/>
          </a:p>
          <a:p>
            <a:pPr marL="0" indent="0">
              <a:buNone/>
            </a:pPr>
            <a:r>
              <a:rPr lang="fr-FR" sz="1500" dirty="0"/>
              <a:t>4.2 – Le service numérique affiche-t-il uniquement des contenus sans défilement infini ?</a:t>
            </a:r>
            <a:endParaRPr lang="en-CH" sz="1500" dirty="0"/>
          </a:p>
          <a:p>
            <a:pPr marL="0" indent="0">
              <a:buNone/>
            </a:pPr>
            <a:r>
              <a:rPr lang="fr-FR" sz="1500" b="1" dirty="0"/>
              <a:t>Non, il n’y a pas vraiment de défilement infini, on affichage les jobs, candidats, formations avec un système de pagination.</a:t>
            </a:r>
            <a:br>
              <a:rPr lang="fr-FR" sz="1500" b="1" dirty="0"/>
            </a:br>
            <a:r>
              <a:rPr lang="fr-FR" sz="1500" b="1" dirty="0"/>
              <a:t>Il y a seulement l’historique de conversation avec l’IA qui pourrait être « infini »</a:t>
            </a:r>
            <a:endParaRPr lang="en-CH" sz="1500" dirty="0"/>
          </a:p>
          <a:p>
            <a:pPr marL="0" indent="0">
              <a:buNone/>
            </a:pPr>
            <a:r>
              <a:rPr lang="fr-FR" sz="1500" dirty="0"/>
              <a:t>4.3 – Le service numérique optimise-t-il le parcours de navigation pour chaque fonctionnalité principale ?</a:t>
            </a:r>
            <a:endParaRPr lang="en-CH" sz="1500" dirty="0"/>
          </a:p>
          <a:p>
            <a:pPr marL="0" indent="0">
              <a:buNone/>
            </a:pPr>
            <a:r>
              <a:rPr lang="fr-FR" sz="1500" b="1" dirty="0"/>
              <a:t>Le service numérique propose un parcours de navigation clair, intuitif et rapide pour chaque fonctionnalité principale (recherche de jobs, formations, d’entreprise, de candidats, et pour la publication de jobs et formations)</a:t>
            </a:r>
            <a:endParaRPr lang="en-CH" sz="1500" dirty="0"/>
          </a:p>
          <a:p>
            <a:pPr marL="0" indent="0">
              <a:buNone/>
            </a:pPr>
            <a:r>
              <a:rPr lang="fr-FR" sz="1500" dirty="0"/>
              <a:t>4.4 – Le service numérique permet-il à l’utilisateur de décider de l’activation d’un service tiers ?</a:t>
            </a:r>
            <a:endParaRPr lang="en-CH" sz="1500" dirty="0"/>
          </a:p>
          <a:p>
            <a:pPr marL="0" indent="0">
              <a:buNone/>
            </a:pPr>
            <a:r>
              <a:rPr lang="fr-FR" sz="1500" b="1" dirty="0"/>
              <a:t>Certains services tiers sont activés sans l’intervention de l’utilisateur (IA lors du </a:t>
            </a:r>
            <a:r>
              <a:rPr lang="fr-FR" sz="1500" b="1" dirty="0" err="1"/>
              <a:t>matching</a:t>
            </a:r>
            <a:r>
              <a:rPr lang="fr-FR" sz="1500" b="1" dirty="0"/>
              <a:t>, complétion du profil entreprise, …)</a:t>
            </a:r>
            <a:endParaRPr lang="en-CH" sz="1500" dirty="0"/>
          </a:p>
          <a:p>
            <a:pPr marL="0" indent="0">
              <a:buNone/>
            </a:pPr>
            <a:r>
              <a:rPr lang="fr-FR" sz="1500" b="1" dirty="0"/>
              <a:t>Mais lorsqu’on pose une question à l’IA pour un renseignement sur un salaire, préavis, ou la recherche de jobs, d’entreprises ou de formation, c’est l’utilisateur (candidat) qui déclenche ce service tiers IA.</a:t>
            </a:r>
            <a:endParaRPr lang="en-CH" sz="1500" dirty="0"/>
          </a:p>
          <a:p>
            <a:pPr marL="0" indent="0">
              <a:buNone/>
            </a:pPr>
            <a:r>
              <a:rPr lang="fr-FR" sz="1500" dirty="0"/>
              <a:t>4.5 – Le service numérique utilise-t-il majoritairement des composants fonctionnels natifs du système d’exploitation, du navigateur ou du langage utilisé ?</a:t>
            </a:r>
            <a:endParaRPr lang="en-CH" sz="1500" dirty="0"/>
          </a:p>
          <a:p>
            <a:pPr marL="0" indent="0">
              <a:buNone/>
            </a:pPr>
            <a:r>
              <a:rPr lang="fr-FR" sz="1500" b="1" dirty="0"/>
              <a:t>Le service utilise quelques composants fonctionnels natifs, mais se base principalement sur des </a:t>
            </a:r>
            <a:r>
              <a:rPr lang="fr-FR" sz="1500" b="1" dirty="0" err="1"/>
              <a:t>framework</a:t>
            </a:r>
            <a:r>
              <a:rPr lang="fr-FR" sz="1500" b="1" dirty="0"/>
              <a:t> et des librairies.</a:t>
            </a:r>
            <a:endParaRPr lang="fr-FR" sz="1500" dirty="0"/>
          </a:p>
        </p:txBody>
      </p:sp>
      <p:sp>
        <p:nvSpPr>
          <p:cNvPr id="4" name="Slide Number Placeholder 3">
            <a:extLst>
              <a:ext uri="{FF2B5EF4-FFF2-40B4-BE49-F238E27FC236}">
                <a16:creationId xmlns:a16="http://schemas.microsoft.com/office/drawing/2014/main" id="{F209357E-811F-1FAE-D64D-9427301309A9}"/>
              </a:ext>
            </a:extLst>
          </p:cNvPr>
          <p:cNvSpPr>
            <a:spLocks noGrp="1"/>
          </p:cNvSpPr>
          <p:nvPr>
            <p:ph type="sldNum" sz="quarter" idx="12"/>
          </p:nvPr>
        </p:nvSpPr>
        <p:spPr/>
        <p:txBody>
          <a:bodyPr/>
          <a:lstStyle/>
          <a:p>
            <a:fld id="{D8330167-9ACD-4CBA-BC3C-461396547B0B}" type="slidenum">
              <a:rPr lang="fr-FR" smtClean="0"/>
              <a:t>16</a:t>
            </a:fld>
            <a:endParaRPr lang="fr-FR"/>
          </a:p>
        </p:txBody>
      </p:sp>
    </p:spTree>
    <p:extLst>
      <p:ext uri="{BB962C8B-B14F-4D97-AF65-F5344CB8AC3E}">
        <p14:creationId xmlns:p14="http://schemas.microsoft.com/office/powerpoint/2010/main" val="1202785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ED67B-8D36-15E5-B725-DCECCCF4E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7B3C7-7F25-1E76-E006-653E1DD2F9E1}"/>
              </a:ext>
            </a:extLst>
          </p:cNvPr>
          <p:cNvSpPr>
            <a:spLocks noGrp="1"/>
          </p:cNvSpPr>
          <p:nvPr>
            <p:ph type="title"/>
          </p:nvPr>
        </p:nvSpPr>
        <p:spPr/>
        <p:txBody>
          <a:bodyPr/>
          <a:lstStyle/>
          <a:p>
            <a:r>
              <a:rPr lang="fr-FR" b="1"/>
              <a:t>RGESN : UX/UI</a:t>
            </a:r>
          </a:p>
        </p:txBody>
      </p:sp>
      <p:sp>
        <p:nvSpPr>
          <p:cNvPr id="3" name="Content Placeholder 2">
            <a:extLst>
              <a:ext uri="{FF2B5EF4-FFF2-40B4-BE49-F238E27FC236}">
                <a16:creationId xmlns:a16="http://schemas.microsoft.com/office/drawing/2014/main" id="{0DEFED3D-0498-DA5E-58DB-369C72C2E091}"/>
              </a:ext>
            </a:extLst>
          </p:cNvPr>
          <p:cNvSpPr>
            <a:spLocks noGrp="1"/>
          </p:cNvSpPr>
          <p:nvPr>
            <p:ph idx="1"/>
          </p:nvPr>
        </p:nvSpPr>
        <p:spPr/>
        <p:txBody>
          <a:bodyPr>
            <a:normAutofit fontScale="62500" lnSpcReduction="20000"/>
          </a:bodyPr>
          <a:lstStyle/>
          <a:p>
            <a:pPr marL="0" indent="0">
              <a:buNone/>
            </a:pPr>
            <a:r>
              <a:rPr lang="fr-FR"/>
              <a:t>4.6 – Le service numérique utilise-t-il uniquement du contenu vidéo, audio et animé porteur d’informations ?</a:t>
            </a:r>
            <a:endParaRPr lang="en-CH"/>
          </a:p>
          <a:p>
            <a:pPr marL="0" indent="0">
              <a:buNone/>
            </a:pPr>
            <a:r>
              <a:rPr lang="fr-FR" b="1"/>
              <a:t>Il n’y a pas de contenus vidéo, audio et animé.</a:t>
            </a:r>
            <a:endParaRPr lang="en-CH"/>
          </a:p>
          <a:p>
            <a:pPr marL="0" indent="0">
              <a:buNone/>
            </a:pPr>
            <a:r>
              <a:rPr lang="fr-FR"/>
              <a:t>4.7 – Le service numérique opte-t-il pour les choix les plus sobres entre le texte, l’image, l’audio ou la vidéo, selon les besoins utilisateurs ?</a:t>
            </a:r>
            <a:endParaRPr lang="en-CH"/>
          </a:p>
          <a:p>
            <a:pPr marL="0" indent="0">
              <a:buNone/>
            </a:pPr>
            <a:r>
              <a:rPr lang="fr-FR" b="1"/>
              <a:t>Oui, il opte pour les choix les plus sobres, on utilise majoritairement du texte accompagné d’icônes.</a:t>
            </a:r>
            <a:endParaRPr lang="en-CH"/>
          </a:p>
          <a:p>
            <a:pPr marL="0" indent="0">
              <a:buNone/>
            </a:pPr>
            <a:r>
              <a:rPr lang="fr-FR"/>
              <a:t>4.8 – Le service numérique limite-t-il le nombre des polices de caractères téléchargées ?</a:t>
            </a:r>
            <a:endParaRPr lang="en-CH"/>
          </a:p>
          <a:p>
            <a:pPr marL="0" indent="0">
              <a:buNone/>
            </a:pPr>
            <a:r>
              <a:rPr lang="fr-FR" b="1"/>
              <a:t>Le service ne possède qu’une seule police de caractères.</a:t>
            </a:r>
            <a:endParaRPr lang="en-CH"/>
          </a:p>
          <a:p>
            <a:pPr marL="0" indent="0">
              <a:buNone/>
            </a:pPr>
            <a:r>
              <a:rPr lang="fr-FR"/>
              <a:t>4.9 – Le service numérique limite-t-il les requêtes serveur lors de la saisie utilisateur ?</a:t>
            </a:r>
            <a:endParaRPr lang="en-CH"/>
          </a:p>
          <a:p>
            <a:pPr marL="0" indent="0">
              <a:buNone/>
            </a:pPr>
            <a:r>
              <a:rPr lang="fr-FR" b="1"/>
              <a:t>Les requêtes sont envoyées uniquement lors de la validation de l’utilisateur.</a:t>
            </a:r>
            <a:endParaRPr lang="en-CH"/>
          </a:p>
          <a:p>
            <a:pPr marL="0" indent="0">
              <a:buNone/>
            </a:pPr>
            <a:r>
              <a:rPr lang="fr-FR"/>
              <a:t>4.10 – Le service numérique informe-t-il l’utilisateur du format de saisie attendu, en évitant les requêtes serveur inutiles pour la soumission d’un formulaire ?</a:t>
            </a:r>
            <a:endParaRPr lang="en-CH"/>
          </a:p>
          <a:p>
            <a:pPr marL="0" indent="0">
              <a:buNone/>
            </a:pPr>
            <a:r>
              <a:rPr lang="fr-FR" b="1"/>
              <a:t>On impose le format, et tant que le format n’est pas respecté, on n’envoie pas la requête au serveur </a:t>
            </a:r>
            <a:r>
              <a:rPr lang="fr-FR" b="1">
                <a:sym typeface="Wingdings" panose="05000000000000000000" pitchFamily="2" charset="2"/>
              </a:rPr>
              <a:t></a:t>
            </a:r>
            <a:r>
              <a:rPr lang="fr-FR" b="1"/>
              <a:t> aucune requête inutile.</a:t>
            </a:r>
            <a:endParaRPr lang="en-CH"/>
          </a:p>
        </p:txBody>
      </p:sp>
      <p:sp>
        <p:nvSpPr>
          <p:cNvPr id="4" name="Slide Number Placeholder 3">
            <a:extLst>
              <a:ext uri="{FF2B5EF4-FFF2-40B4-BE49-F238E27FC236}">
                <a16:creationId xmlns:a16="http://schemas.microsoft.com/office/drawing/2014/main" id="{3CD744F5-6519-E4A2-1C0D-C88069C4CDB0}"/>
              </a:ext>
            </a:extLst>
          </p:cNvPr>
          <p:cNvSpPr>
            <a:spLocks noGrp="1"/>
          </p:cNvSpPr>
          <p:nvPr>
            <p:ph type="sldNum" sz="quarter" idx="12"/>
          </p:nvPr>
        </p:nvSpPr>
        <p:spPr/>
        <p:txBody>
          <a:bodyPr/>
          <a:lstStyle/>
          <a:p>
            <a:fld id="{D8330167-9ACD-4CBA-BC3C-461396547B0B}" type="slidenum">
              <a:rPr lang="fr-FR" smtClean="0"/>
              <a:t>17</a:t>
            </a:fld>
            <a:endParaRPr lang="fr-FR"/>
          </a:p>
        </p:txBody>
      </p:sp>
    </p:spTree>
    <p:extLst>
      <p:ext uri="{BB962C8B-B14F-4D97-AF65-F5344CB8AC3E}">
        <p14:creationId xmlns:p14="http://schemas.microsoft.com/office/powerpoint/2010/main" val="751414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56DC3-78B6-2B91-464F-41F44794A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7CEEE-178C-50AC-BEED-E193E7BA532D}"/>
              </a:ext>
            </a:extLst>
          </p:cNvPr>
          <p:cNvSpPr>
            <a:spLocks noGrp="1"/>
          </p:cNvSpPr>
          <p:nvPr>
            <p:ph type="title"/>
          </p:nvPr>
        </p:nvSpPr>
        <p:spPr/>
        <p:txBody>
          <a:bodyPr/>
          <a:lstStyle/>
          <a:p>
            <a:r>
              <a:rPr lang="fr-FR" b="1"/>
              <a:t>RGESN : UX/UI</a:t>
            </a:r>
          </a:p>
        </p:txBody>
      </p:sp>
      <p:sp>
        <p:nvSpPr>
          <p:cNvPr id="3" name="Content Placeholder 2">
            <a:extLst>
              <a:ext uri="{FF2B5EF4-FFF2-40B4-BE49-F238E27FC236}">
                <a16:creationId xmlns:a16="http://schemas.microsoft.com/office/drawing/2014/main" id="{DA8F0736-4CEE-E021-41D6-55E54BFC6B6C}"/>
              </a:ext>
            </a:extLst>
          </p:cNvPr>
          <p:cNvSpPr>
            <a:spLocks noGrp="1"/>
          </p:cNvSpPr>
          <p:nvPr>
            <p:ph idx="1"/>
          </p:nvPr>
        </p:nvSpPr>
        <p:spPr/>
        <p:txBody>
          <a:bodyPr>
            <a:normAutofit fontScale="62500" lnSpcReduction="20000"/>
          </a:bodyPr>
          <a:lstStyle/>
          <a:p>
            <a:pPr marL="0" indent="0">
              <a:buNone/>
            </a:pPr>
            <a:r>
              <a:rPr lang="fr-FR"/>
              <a:t>4.11 – Le service numérique informe-t-il l’utilisateur, avant le transfert, des poids et formats de fichier attendus ?</a:t>
            </a:r>
            <a:endParaRPr lang="en-CH"/>
          </a:p>
          <a:p>
            <a:pPr marL="0" indent="0">
              <a:buNone/>
            </a:pPr>
            <a:r>
              <a:rPr lang="fr-FR" b="1"/>
              <a:t>Avant le transfert, il est indiqué à l’utilisateur les formats de fichiers compatibles ainsi que la taille maximale autorisée.</a:t>
            </a:r>
            <a:endParaRPr lang="en-CH"/>
          </a:p>
          <a:p>
            <a:pPr marL="0" indent="0">
              <a:buNone/>
            </a:pPr>
            <a:r>
              <a:rPr lang="fr-FR"/>
              <a:t>4.12 – Le service numérique indique-t-il à l’utilisateur que l’utilisation d’une fonctionnalité a des impacts environnementaux importants ?</a:t>
            </a:r>
            <a:endParaRPr lang="en-CH"/>
          </a:p>
          <a:p>
            <a:pPr marL="0" indent="0">
              <a:buNone/>
            </a:pPr>
            <a:r>
              <a:rPr lang="fr-FR" b="1"/>
              <a:t>Non</a:t>
            </a:r>
            <a:endParaRPr lang="en-CH"/>
          </a:p>
          <a:p>
            <a:pPr marL="0" indent="0">
              <a:buNone/>
            </a:pPr>
            <a:r>
              <a:rPr lang="fr-FR"/>
              <a:t>4.13 – Le service numérique limite-t-il le recours aux notifications, tout en laissant la possibilité à l’utilisateur de les désactiver ?</a:t>
            </a:r>
            <a:endParaRPr lang="en-CH"/>
          </a:p>
          <a:p>
            <a:pPr marL="0" indent="0">
              <a:buNone/>
            </a:pPr>
            <a:r>
              <a:rPr lang="fr-FR" b="1"/>
              <a:t>Un système de notifications est en place avec la possibilité de les désactiver.</a:t>
            </a:r>
            <a:endParaRPr lang="en-CH"/>
          </a:p>
          <a:p>
            <a:pPr marL="0" indent="0">
              <a:buNone/>
            </a:pPr>
            <a:r>
              <a:rPr lang="fr-FR"/>
              <a:t>4.14 – Le service numérique évite-t-il le recours à des procédés manipulatoires dans son interface utilisateur ?</a:t>
            </a:r>
            <a:endParaRPr lang="en-CH"/>
          </a:p>
          <a:p>
            <a:pPr marL="0" indent="0">
              <a:buNone/>
            </a:pPr>
            <a:r>
              <a:rPr lang="en-US" b="1"/>
              <a:t>Oui</a:t>
            </a:r>
            <a:endParaRPr lang="en-CH" b="1"/>
          </a:p>
          <a:p>
            <a:pPr marL="0" indent="0">
              <a:buNone/>
            </a:pPr>
            <a:r>
              <a:rPr lang="fr-FR"/>
              <a:t>4.15 – Le service numérique fournit-il à l’utilisateur un moyen de contrôle sur ses usages afin de suivre et de réduire les impacts environnementaux associés ?</a:t>
            </a:r>
            <a:endParaRPr lang="en-CH"/>
          </a:p>
          <a:p>
            <a:pPr marL="0" indent="0">
              <a:buNone/>
            </a:pPr>
            <a:r>
              <a:rPr lang="fr-FR" b="1"/>
              <a:t>Non</a:t>
            </a:r>
            <a:endParaRPr lang="en-CH"/>
          </a:p>
        </p:txBody>
      </p:sp>
      <p:sp>
        <p:nvSpPr>
          <p:cNvPr id="4" name="Slide Number Placeholder 3">
            <a:extLst>
              <a:ext uri="{FF2B5EF4-FFF2-40B4-BE49-F238E27FC236}">
                <a16:creationId xmlns:a16="http://schemas.microsoft.com/office/drawing/2014/main" id="{80945942-9900-0948-46CC-8657A872632D}"/>
              </a:ext>
            </a:extLst>
          </p:cNvPr>
          <p:cNvSpPr>
            <a:spLocks noGrp="1"/>
          </p:cNvSpPr>
          <p:nvPr>
            <p:ph type="sldNum" sz="quarter" idx="12"/>
          </p:nvPr>
        </p:nvSpPr>
        <p:spPr/>
        <p:txBody>
          <a:bodyPr/>
          <a:lstStyle/>
          <a:p>
            <a:fld id="{D8330167-9ACD-4CBA-BC3C-461396547B0B}" type="slidenum">
              <a:rPr lang="fr-FR" smtClean="0"/>
              <a:t>18</a:t>
            </a:fld>
            <a:endParaRPr lang="fr-FR"/>
          </a:p>
        </p:txBody>
      </p:sp>
    </p:spTree>
    <p:extLst>
      <p:ext uri="{BB962C8B-B14F-4D97-AF65-F5344CB8AC3E}">
        <p14:creationId xmlns:p14="http://schemas.microsoft.com/office/powerpoint/2010/main" val="1835788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515E-A121-8011-93AD-C9B238554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E3E90-5141-0537-AEFD-5D289B212E02}"/>
              </a:ext>
            </a:extLst>
          </p:cNvPr>
          <p:cNvSpPr>
            <a:spLocks noGrp="1"/>
          </p:cNvSpPr>
          <p:nvPr>
            <p:ph type="title"/>
          </p:nvPr>
        </p:nvSpPr>
        <p:spPr/>
        <p:txBody>
          <a:bodyPr/>
          <a:lstStyle/>
          <a:p>
            <a:r>
              <a:rPr lang="fr-FR" b="1"/>
              <a:t>RGESN : Backend</a:t>
            </a:r>
          </a:p>
        </p:txBody>
      </p:sp>
      <p:sp>
        <p:nvSpPr>
          <p:cNvPr id="3" name="Content Placeholder 2">
            <a:extLst>
              <a:ext uri="{FF2B5EF4-FFF2-40B4-BE49-F238E27FC236}">
                <a16:creationId xmlns:a16="http://schemas.microsoft.com/office/drawing/2014/main" id="{D3CCA3BC-893E-1585-3FA3-3732DF6C0509}"/>
              </a:ext>
            </a:extLst>
          </p:cNvPr>
          <p:cNvSpPr>
            <a:spLocks noGrp="1"/>
          </p:cNvSpPr>
          <p:nvPr>
            <p:ph idx="1"/>
          </p:nvPr>
        </p:nvSpPr>
        <p:spPr/>
        <p:txBody>
          <a:bodyPr>
            <a:normAutofit fontScale="70000" lnSpcReduction="20000"/>
          </a:bodyPr>
          <a:lstStyle/>
          <a:p>
            <a:pPr marL="0" indent="0">
              <a:buNone/>
            </a:pPr>
            <a:r>
              <a:rPr lang="fr-FR"/>
              <a:t>7.1 – Le service numérique a-t-il recours à un système de cache serveur pour les données les plus utilisées ?</a:t>
            </a:r>
            <a:endParaRPr lang="en-CH"/>
          </a:p>
          <a:p>
            <a:pPr marL="0" indent="0">
              <a:buNone/>
            </a:pPr>
            <a:r>
              <a:rPr lang="fr-FR" b="1"/>
              <a:t>Il y a un système de cache fourni par défaut avec le </a:t>
            </a:r>
            <a:r>
              <a:rPr lang="fr-FR" b="1" err="1"/>
              <a:t>framework</a:t>
            </a:r>
            <a:r>
              <a:rPr lang="fr-FR" b="1"/>
              <a:t> </a:t>
            </a:r>
            <a:r>
              <a:rPr lang="fr-FR" b="1" err="1"/>
              <a:t>Laravel</a:t>
            </a:r>
            <a:r>
              <a:rPr lang="fr-FR" b="1"/>
              <a:t> utilisé pour PHP.</a:t>
            </a:r>
            <a:endParaRPr lang="en-CH"/>
          </a:p>
          <a:p>
            <a:pPr marL="0" indent="0">
              <a:buNone/>
            </a:pPr>
            <a:r>
              <a:rPr lang="fr-FR"/>
              <a:t>7.2 – Le service numérique met-il en place des durées de conservation sur les données et documents en vue de leur suppression ou archivage passé ce délai ?</a:t>
            </a:r>
            <a:endParaRPr lang="en-CH"/>
          </a:p>
          <a:p>
            <a:pPr marL="0" indent="0">
              <a:buNone/>
            </a:pPr>
            <a:r>
              <a:rPr lang="fr-FR" b="1"/>
              <a:t>Très peu de données sont réellement supprimées, elles sont principalement anonymisé dans le but d’entraîner une IA interne dans le futur. Mais avant la suppression réelle de certaines données, il y a un délai de conservation.</a:t>
            </a:r>
            <a:endParaRPr lang="en-CH"/>
          </a:p>
          <a:p>
            <a:pPr marL="0" indent="0">
              <a:buNone/>
            </a:pPr>
            <a:r>
              <a:rPr lang="fr-FR"/>
              <a:t>7.3 – Le service numérique informe-t-il l’utilisateur d’un traitement en cours en arrière-plan ?</a:t>
            </a:r>
            <a:endParaRPr lang="en-CH"/>
          </a:p>
          <a:p>
            <a:pPr marL="0" indent="0">
              <a:buNone/>
            </a:pPr>
            <a:r>
              <a:rPr lang="fr-FR" b="1"/>
              <a:t>La plupart du temps, l’utilisateur est averti d’un traitement est en cours en arrière-plan.</a:t>
            </a:r>
            <a:endParaRPr lang="en-CH"/>
          </a:p>
          <a:p>
            <a:pPr marL="0" indent="0">
              <a:buNone/>
            </a:pPr>
            <a:r>
              <a:rPr lang="fr-FR"/>
              <a:t>7.4 – Le service numérique s’appuie-t-il sur un mécanisme de consensus qui minimise sa consommation de ressources ?</a:t>
            </a:r>
            <a:endParaRPr lang="en-CH"/>
          </a:p>
          <a:p>
            <a:pPr marL="0" indent="0">
              <a:buNone/>
            </a:pPr>
            <a:r>
              <a:rPr lang="fr-FR" b="1"/>
              <a:t>Non</a:t>
            </a:r>
            <a:endParaRPr lang="fr-FR" sz="2200"/>
          </a:p>
        </p:txBody>
      </p:sp>
      <p:sp>
        <p:nvSpPr>
          <p:cNvPr id="4" name="Slide Number Placeholder 3">
            <a:extLst>
              <a:ext uri="{FF2B5EF4-FFF2-40B4-BE49-F238E27FC236}">
                <a16:creationId xmlns:a16="http://schemas.microsoft.com/office/drawing/2014/main" id="{8D714A90-F974-AAC6-818B-6373524AEDF4}"/>
              </a:ext>
            </a:extLst>
          </p:cNvPr>
          <p:cNvSpPr>
            <a:spLocks noGrp="1"/>
          </p:cNvSpPr>
          <p:nvPr>
            <p:ph type="sldNum" sz="quarter" idx="12"/>
          </p:nvPr>
        </p:nvSpPr>
        <p:spPr/>
        <p:txBody>
          <a:bodyPr/>
          <a:lstStyle/>
          <a:p>
            <a:fld id="{D8330167-9ACD-4CBA-BC3C-461396547B0B}" type="slidenum">
              <a:rPr lang="fr-FR" smtClean="0"/>
              <a:t>19</a:t>
            </a:fld>
            <a:endParaRPr lang="fr-FR"/>
          </a:p>
        </p:txBody>
      </p:sp>
    </p:spTree>
    <p:extLst>
      <p:ext uri="{BB962C8B-B14F-4D97-AF65-F5344CB8AC3E}">
        <p14:creationId xmlns:p14="http://schemas.microsoft.com/office/powerpoint/2010/main" val="42711895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51A54-C8EB-A624-41BF-AD2F7536E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FEAE8-D96E-DBC0-94C7-022D3FB618E7}"/>
              </a:ext>
            </a:extLst>
          </p:cNvPr>
          <p:cNvSpPr>
            <a:spLocks noGrp="1"/>
          </p:cNvSpPr>
          <p:nvPr>
            <p:ph type="title"/>
          </p:nvPr>
        </p:nvSpPr>
        <p:spPr>
          <a:xfrm>
            <a:off x="627043" y="1228113"/>
            <a:ext cx="10515600" cy="1325563"/>
          </a:xfrm>
        </p:spPr>
        <p:txBody>
          <a:bodyPr/>
          <a:lstStyle/>
          <a:p>
            <a:r>
              <a:rPr lang="fr-FR" b="1"/>
              <a:t>Enjeux sociétaux</a:t>
            </a:r>
          </a:p>
        </p:txBody>
      </p:sp>
      <p:sp>
        <p:nvSpPr>
          <p:cNvPr id="3" name="Content Placeholder 2">
            <a:extLst>
              <a:ext uri="{FF2B5EF4-FFF2-40B4-BE49-F238E27FC236}">
                <a16:creationId xmlns:a16="http://schemas.microsoft.com/office/drawing/2014/main" id="{C41186B2-5E93-2721-E3F9-025A6C8C756C}"/>
              </a:ext>
            </a:extLst>
          </p:cNvPr>
          <p:cNvSpPr>
            <a:spLocks noGrp="1"/>
          </p:cNvSpPr>
          <p:nvPr>
            <p:ph idx="1"/>
          </p:nvPr>
        </p:nvSpPr>
        <p:spPr>
          <a:xfrm>
            <a:off x="627043" y="2688613"/>
            <a:ext cx="10515600" cy="4351338"/>
          </a:xfrm>
        </p:spPr>
        <p:txBody>
          <a:bodyPr>
            <a:normAutofit/>
          </a:bodyPr>
          <a:lstStyle/>
          <a:p>
            <a:r>
              <a:rPr lang="fr-FR" sz="2400"/>
              <a:t>Équité</a:t>
            </a:r>
          </a:p>
          <a:p>
            <a:r>
              <a:rPr lang="fr-FR" sz="2400"/>
              <a:t>Pas de discriminations</a:t>
            </a:r>
          </a:p>
          <a:p>
            <a:r>
              <a:rPr lang="fr-FR" sz="2400"/>
              <a:t>Accès à l’emploi</a:t>
            </a:r>
          </a:p>
          <a:p>
            <a:r>
              <a:rPr lang="fr-FR" sz="2400"/>
              <a:t>Transparence</a:t>
            </a:r>
          </a:p>
        </p:txBody>
      </p:sp>
      <p:sp>
        <p:nvSpPr>
          <p:cNvPr id="4" name="Slide Number Placeholder 3">
            <a:extLst>
              <a:ext uri="{FF2B5EF4-FFF2-40B4-BE49-F238E27FC236}">
                <a16:creationId xmlns:a16="http://schemas.microsoft.com/office/drawing/2014/main" id="{2A834C7C-B242-3F47-EA61-A1544FF89BAC}"/>
              </a:ext>
            </a:extLst>
          </p:cNvPr>
          <p:cNvSpPr>
            <a:spLocks noGrp="1"/>
          </p:cNvSpPr>
          <p:nvPr>
            <p:ph type="sldNum" sz="quarter" idx="12"/>
          </p:nvPr>
        </p:nvSpPr>
        <p:spPr/>
        <p:txBody>
          <a:bodyPr/>
          <a:lstStyle/>
          <a:p>
            <a:fld id="{D8330167-9ACD-4CBA-BC3C-461396547B0B}" type="slidenum">
              <a:rPr lang="fr-FR" smtClean="0"/>
              <a:t>20</a:t>
            </a:fld>
            <a:endParaRPr lang="fr-FR"/>
          </a:p>
        </p:txBody>
      </p:sp>
      <p:sp>
        <p:nvSpPr>
          <p:cNvPr id="5" name="Title 1">
            <a:extLst>
              <a:ext uri="{FF2B5EF4-FFF2-40B4-BE49-F238E27FC236}">
                <a16:creationId xmlns:a16="http://schemas.microsoft.com/office/drawing/2014/main" id="{FEEEB4EC-139F-CEF6-CC85-DF4349317320}"/>
              </a:ext>
            </a:extLst>
          </p:cNvPr>
          <p:cNvSpPr txBox="1">
            <a:spLocks/>
          </p:cNvSpPr>
          <p:nvPr/>
        </p:nvSpPr>
        <p:spPr>
          <a:xfrm>
            <a:off x="5498927" y="12274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dirty="0"/>
              <a:t>Enjeux environnementaux</a:t>
            </a:r>
          </a:p>
        </p:txBody>
      </p:sp>
      <p:sp>
        <p:nvSpPr>
          <p:cNvPr id="6" name="Content Placeholder 2">
            <a:extLst>
              <a:ext uri="{FF2B5EF4-FFF2-40B4-BE49-F238E27FC236}">
                <a16:creationId xmlns:a16="http://schemas.microsoft.com/office/drawing/2014/main" id="{C13F8BF4-C710-F670-0DB9-D0AF53354C53}"/>
              </a:ext>
            </a:extLst>
          </p:cNvPr>
          <p:cNvSpPr txBox="1">
            <a:spLocks/>
          </p:cNvSpPr>
          <p:nvPr/>
        </p:nvSpPr>
        <p:spPr>
          <a:xfrm>
            <a:off x="5498927" y="27330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a:t>Hébergement serveur</a:t>
            </a:r>
          </a:p>
          <a:p>
            <a:r>
              <a:rPr lang="fr-FR" sz="2400"/>
              <a:t>Stockage des données</a:t>
            </a:r>
          </a:p>
          <a:p>
            <a:r>
              <a:rPr lang="fr-FR" sz="2400"/>
              <a:t>Trafic réseau</a:t>
            </a:r>
          </a:p>
          <a:p>
            <a:r>
              <a:rPr lang="fr-FR" sz="2400"/>
              <a:t>Emails automatiques</a:t>
            </a:r>
            <a:endParaRPr lang="fr-FR" sz="2400" dirty="0"/>
          </a:p>
        </p:txBody>
      </p:sp>
    </p:spTree>
    <p:extLst>
      <p:ext uri="{BB962C8B-B14F-4D97-AF65-F5344CB8AC3E}">
        <p14:creationId xmlns:p14="http://schemas.microsoft.com/office/powerpoint/2010/main" val="91745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B0DD-E3C9-AD30-32BA-6EB917FF0560}"/>
              </a:ext>
            </a:extLst>
          </p:cNvPr>
          <p:cNvSpPr>
            <a:spLocks noGrp="1"/>
          </p:cNvSpPr>
          <p:nvPr>
            <p:ph type="title"/>
          </p:nvPr>
        </p:nvSpPr>
        <p:spPr/>
        <p:txBody>
          <a:bodyPr/>
          <a:lstStyle/>
          <a:p>
            <a:r>
              <a:rPr lang="en-GB" err="1">
                <a:ea typeface="+mj-lt"/>
                <a:cs typeface="+mj-lt"/>
              </a:rPr>
              <a:t>Enjeux</a:t>
            </a:r>
            <a:r>
              <a:rPr lang="en-GB">
                <a:ea typeface="+mj-lt"/>
                <a:cs typeface="+mj-lt"/>
              </a:rPr>
              <a:t> socio-</a:t>
            </a:r>
            <a:r>
              <a:rPr lang="en-GB" err="1">
                <a:ea typeface="+mj-lt"/>
                <a:cs typeface="+mj-lt"/>
              </a:rPr>
              <a:t>environnementaux</a:t>
            </a:r>
            <a:r>
              <a:rPr lang="en-GB">
                <a:ea typeface="+mj-lt"/>
                <a:cs typeface="+mj-lt"/>
              </a:rPr>
              <a:t> et parties </a:t>
            </a:r>
            <a:r>
              <a:rPr lang="en-GB" err="1">
                <a:ea typeface="+mj-lt"/>
                <a:cs typeface="+mj-lt"/>
              </a:rPr>
              <a:t>prenantes</a:t>
            </a:r>
            <a:endParaRPr lang="en-US" err="1"/>
          </a:p>
        </p:txBody>
      </p:sp>
      <p:graphicFrame>
        <p:nvGraphicFramePr>
          <p:cNvPr id="6" name="Content Placeholder 5">
            <a:extLst>
              <a:ext uri="{FF2B5EF4-FFF2-40B4-BE49-F238E27FC236}">
                <a16:creationId xmlns:a16="http://schemas.microsoft.com/office/drawing/2014/main" id="{61E48957-C73C-DC79-8EED-777D310A4DBD}"/>
              </a:ext>
            </a:extLst>
          </p:cNvPr>
          <p:cNvGraphicFramePr>
            <a:graphicFrameLocks noGrp="1"/>
          </p:cNvGraphicFramePr>
          <p:nvPr>
            <p:ph idx="1"/>
            <p:extLst>
              <p:ext uri="{D42A27DB-BD31-4B8C-83A1-F6EECF244321}">
                <p14:modId xmlns:p14="http://schemas.microsoft.com/office/powerpoint/2010/main" val="386895297"/>
              </p:ext>
            </p:extLst>
          </p:nvPr>
        </p:nvGraphicFramePr>
        <p:xfrm>
          <a:off x="838200" y="1825625"/>
          <a:ext cx="9672484" cy="4824900"/>
        </p:xfrm>
        <a:graphic>
          <a:graphicData uri="http://schemas.openxmlformats.org/drawingml/2006/table">
            <a:tbl>
              <a:tblPr bandRow="1">
                <a:tableStyleId>{073A0DAA-6AF3-43AB-8588-CEC1D06C72B9}</a:tableStyleId>
              </a:tblPr>
              <a:tblGrid>
                <a:gridCol w="2418121">
                  <a:extLst>
                    <a:ext uri="{9D8B030D-6E8A-4147-A177-3AD203B41FA5}">
                      <a16:colId xmlns:a16="http://schemas.microsoft.com/office/drawing/2014/main" val="1660680209"/>
                    </a:ext>
                  </a:extLst>
                </a:gridCol>
                <a:gridCol w="2418121">
                  <a:extLst>
                    <a:ext uri="{9D8B030D-6E8A-4147-A177-3AD203B41FA5}">
                      <a16:colId xmlns:a16="http://schemas.microsoft.com/office/drawing/2014/main" val="2429351404"/>
                    </a:ext>
                  </a:extLst>
                </a:gridCol>
                <a:gridCol w="2418121">
                  <a:extLst>
                    <a:ext uri="{9D8B030D-6E8A-4147-A177-3AD203B41FA5}">
                      <a16:colId xmlns:a16="http://schemas.microsoft.com/office/drawing/2014/main" val="178447503"/>
                    </a:ext>
                  </a:extLst>
                </a:gridCol>
                <a:gridCol w="2418121">
                  <a:extLst>
                    <a:ext uri="{9D8B030D-6E8A-4147-A177-3AD203B41FA5}">
                      <a16:colId xmlns:a16="http://schemas.microsoft.com/office/drawing/2014/main" val="3470893857"/>
                    </a:ext>
                  </a:extLst>
                </a:gridCol>
              </a:tblGrid>
              <a:tr h="588760">
                <a:tc>
                  <a:txBody>
                    <a:bodyPr/>
                    <a:lstStyle/>
                    <a:p>
                      <a:pPr>
                        <a:buNone/>
                      </a:pPr>
                      <a:r>
                        <a:rPr lang="en-GB" sz="1700" b="1" dirty="0">
                          <a:effectLst/>
                        </a:rPr>
                        <a:t>Milieux </a:t>
                      </a:r>
                      <a:r>
                        <a:rPr lang="en-GB" sz="1700" b="1" dirty="0" err="1">
                          <a:effectLst/>
                        </a:rPr>
                        <a:t>concernés</a:t>
                      </a:r>
                      <a:endParaRPr lang="en-GB" sz="1700" dirty="0">
                        <a:effectLst/>
                        <a:latin typeface="Google Sans Text"/>
                      </a:endParaRPr>
                    </a:p>
                  </a:txBody>
                  <a:tcPr marL="84109" marR="84109" marT="42054" marB="42054" anchor="ctr"/>
                </a:tc>
                <a:tc>
                  <a:txBody>
                    <a:bodyPr/>
                    <a:lstStyle/>
                    <a:p>
                      <a:pPr>
                        <a:buNone/>
                      </a:pPr>
                      <a:r>
                        <a:rPr lang="en-GB" sz="1700" b="1">
                          <a:effectLst/>
                        </a:rPr>
                        <a:t>Parties prenantes</a:t>
                      </a:r>
                      <a:endParaRPr lang="en-GB" sz="1700">
                        <a:effectLst/>
                        <a:latin typeface="Google Sans Text"/>
                      </a:endParaRPr>
                    </a:p>
                  </a:txBody>
                  <a:tcPr marL="84109" marR="84109" marT="42054" marB="42054" anchor="ctr"/>
                </a:tc>
                <a:tc>
                  <a:txBody>
                    <a:bodyPr/>
                    <a:lstStyle/>
                    <a:p>
                      <a:pPr>
                        <a:buNone/>
                      </a:pPr>
                      <a:r>
                        <a:rPr lang="en-GB" sz="1700" b="1">
                          <a:effectLst/>
                        </a:rPr>
                        <a:t>Besoins sociaux-éthiques</a:t>
                      </a:r>
                      <a:endParaRPr lang="en-GB" sz="1700">
                        <a:effectLst/>
                        <a:latin typeface="Google Sans Text"/>
                      </a:endParaRPr>
                    </a:p>
                  </a:txBody>
                  <a:tcPr marL="84109" marR="84109" marT="42054" marB="42054" anchor="ctr"/>
                </a:tc>
                <a:tc>
                  <a:txBody>
                    <a:bodyPr/>
                    <a:lstStyle/>
                    <a:p>
                      <a:pPr>
                        <a:buNone/>
                      </a:pPr>
                      <a:r>
                        <a:rPr lang="en-GB" sz="1700" b="1">
                          <a:effectLst/>
                        </a:rPr>
                        <a:t>Sensibilité</a:t>
                      </a:r>
                      <a:endParaRPr lang="en-GB" sz="1700">
                        <a:effectLst/>
                        <a:latin typeface="Google Sans Text"/>
                      </a:endParaRPr>
                    </a:p>
                  </a:txBody>
                  <a:tcPr marL="84109" marR="84109" marT="42054" marB="42054" anchor="ctr"/>
                </a:tc>
                <a:extLst>
                  <a:ext uri="{0D108BD9-81ED-4DB2-BD59-A6C34878D82A}">
                    <a16:rowId xmlns:a16="http://schemas.microsoft.com/office/drawing/2014/main" val="3449985338"/>
                  </a:ext>
                </a:extLst>
              </a:tr>
              <a:tr h="1093411">
                <a:tc>
                  <a:txBody>
                    <a:bodyPr/>
                    <a:lstStyle/>
                    <a:p>
                      <a:pPr>
                        <a:buNone/>
                      </a:pPr>
                      <a:r>
                        <a:rPr lang="en-GB" sz="1700" b="1" dirty="0" err="1">
                          <a:effectLst/>
                        </a:rPr>
                        <a:t>Qualité</a:t>
                      </a:r>
                      <a:r>
                        <a:rPr lang="en-GB" sz="1700" b="1" dirty="0">
                          <a:effectLst/>
                        </a:rPr>
                        <a:t> de vie &amp; Travail</a:t>
                      </a:r>
                      <a:endParaRPr lang="en-GB" sz="1700" dirty="0">
                        <a:effectLst/>
                        <a:latin typeface="Google Sans Text"/>
                      </a:endParaRPr>
                    </a:p>
                  </a:txBody>
                  <a:tcPr marL="84109" marR="84109" marT="42054" marB="42054" anchor="ctr"/>
                </a:tc>
                <a:tc>
                  <a:txBody>
                    <a:bodyPr/>
                    <a:lstStyle/>
                    <a:p>
                      <a:pPr>
                        <a:buNone/>
                      </a:pPr>
                      <a:r>
                        <a:rPr lang="en-GB" sz="1700">
                          <a:effectLst/>
                        </a:rPr>
                        <a:t>Candidats (Chômeurs, employés)</a:t>
                      </a:r>
                      <a:endParaRPr lang="en-GB" sz="1700">
                        <a:effectLst/>
                        <a:latin typeface="Google Sans Text"/>
                      </a:endParaRPr>
                    </a:p>
                  </a:txBody>
                  <a:tcPr marL="84109" marR="84109" marT="42054" marB="42054" anchor="ctr"/>
                </a:tc>
                <a:tc>
                  <a:txBody>
                    <a:bodyPr/>
                    <a:lstStyle/>
                    <a:p>
                      <a:pPr>
                        <a:buNone/>
                      </a:pPr>
                      <a:r>
                        <a:rPr lang="en-GB" sz="1700">
                          <a:effectLst/>
                        </a:rPr>
                        <a:t>Accès équitable, protection contre le biais algorithmique, droit à l'erreur.</a:t>
                      </a:r>
                      <a:endParaRPr lang="en-GB" sz="1700">
                        <a:effectLst/>
                        <a:latin typeface="Google Sans Text"/>
                      </a:endParaRPr>
                    </a:p>
                  </a:txBody>
                  <a:tcPr marL="84109" marR="84109" marT="42054" marB="42054" anchor="ctr"/>
                </a:tc>
                <a:tc>
                  <a:txBody>
                    <a:bodyPr/>
                    <a:lstStyle/>
                    <a:p>
                      <a:pPr>
                        <a:buNone/>
                      </a:pPr>
                      <a:r>
                        <a:rPr lang="en-GB" sz="1700" b="1">
                          <a:effectLst/>
                        </a:rPr>
                        <a:t>Forte</a:t>
                      </a:r>
                      <a:endParaRPr lang="en-GB" sz="1700">
                        <a:effectLst/>
                        <a:latin typeface="Google Sans Text"/>
                      </a:endParaRPr>
                    </a:p>
                  </a:txBody>
                  <a:tcPr marL="84109" marR="84109" marT="42054" marB="42054" anchor="ctr"/>
                </a:tc>
                <a:extLst>
                  <a:ext uri="{0D108BD9-81ED-4DB2-BD59-A6C34878D82A}">
                    <a16:rowId xmlns:a16="http://schemas.microsoft.com/office/drawing/2014/main" val="3782530403"/>
                  </a:ext>
                </a:extLst>
              </a:tr>
              <a:tr h="1093411">
                <a:tc>
                  <a:txBody>
                    <a:bodyPr/>
                    <a:lstStyle/>
                    <a:p>
                      <a:pPr>
                        <a:buNone/>
                      </a:pPr>
                      <a:r>
                        <a:rPr lang="en-GB" sz="1700" b="1">
                          <a:effectLst/>
                        </a:rPr>
                        <a:t>Économie &amp; Gouvernance</a:t>
                      </a:r>
                      <a:endParaRPr lang="en-GB" sz="1700">
                        <a:effectLst/>
                        <a:latin typeface="Google Sans Text"/>
                      </a:endParaRPr>
                    </a:p>
                  </a:txBody>
                  <a:tcPr marL="84109" marR="84109" marT="42054" marB="42054" anchor="ctr"/>
                </a:tc>
                <a:tc>
                  <a:txBody>
                    <a:bodyPr/>
                    <a:lstStyle/>
                    <a:p>
                      <a:pPr>
                        <a:buNone/>
                      </a:pPr>
                      <a:r>
                        <a:rPr lang="en-GB" sz="1700">
                          <a:effectLst/>
                        </a:rPr>
                        <a:t>Entreprises, Agences de placement</a:t>
                      </a:r>
                      <a:endParaRPr lang="en-GB" sz="1700">
                        <a:effectLst/>
                        <a:latin typeface="Google Sans Text"/>
                      </a:endParaRPr>
                    </a:p>
                  </a:txBody>
                  <a:tcPr marL="84109" marR="84109" marT="42054" marB="42054" anchor="ctr"/>
                </a:tc>
                <a:tc>
                  <a:txBody>
                    <a:bodyPr/>
                    <a:lstStyle/>
                    <a:p>
                      <a:pPr>
                        <a:buNone/>
                      </a:pPr>
                      <a:r>
                        <a:rPr lang="en-GB" sz="1700">
                          <a:effectLst/>
                        </a:rPr>
                        <a:t>Efficacité du recrutement, conformité légale (LPD), diversité des talents.</a:t>
                      </a:r>
                      <a:endParaRPr lang="en-GB" sz="1700">
                        <a:effectLst/>
                        <a:latin typeface="Google Sans Text"/>
                      </a:endParaRPr>
                    </a:p>
                  </a:txBody>
                  <a:tcPr marL="84109" marR="84109" marT="42054" marB="42054" anchor="ctr"/>
                </a:tc>
                <a:tc>
                  <a:txBody>
                    <a:bodyPr/>
                    <a:lstStyle/>
                    <a:p>
                      <a:pPr>
                        <a:buNone/>
                      </a:pPr>
                      <a:r>
                        <a:rPr lang="en-GB" sz="1700" b="1">
                          <a:effectLst/>
                        </a:rPr>
                        <a:t>Moyenne</a:t>
                      </a:r>
                      <a:endParaRPr lang="en-GB" sz="1700">
                        <a:effectLst/>
                        <a:latin typeface="Google Sans Text"/>
                      </a:endParaRPr>
                    </a:p>
                  </a:txBody>
                  <a:tcPr marL="84109" marR="84109" marT="42054" marB="42054" anchor="ctr"/>
                </a:tc>
                <a:extLst>
                  <a:ext uri="{0D108BD9-81ED-4DB2-BD59-A6C34878D82A}">
                    <a16:rowId xmlns:a16="http://schemas.microsoft.com/office/drawing/2014/main" val="425489159"/>
                  </a:ext>
                </a:extLst>
              </a:tr>
              <a:tr h="841086">
                <a:tc>
                  <a:txBody>
                    <a:bodyPr/>
                    <a:lstStyle/>
                    <a:p>
                      <a:pPr>
                        <a:buNone/>
                      </a:pPr>
                      <a:r>
                        <a:rPr lang="en-GB" sz="1700" b="1">
                          <a:effectLst/>
                        </a:rPr>
                        <a:t>Ressources Numériques</a:t>
                      </a:r>
                      <a:endParaRPr lang="en-GB" sz="1700">
                        <a:effectLst/>
                        <a:latin typeface="Google Sans Text"/>
                      </a:endParaRPr>
                    </a:p>
                  </a:txBody>
                  <a:tcPr marL="84109" marR="84109" marT="42054" marB="42054" anchor="ctr"/>
                </a:tc>
                <a:tc>
                  <a:txBody>
                    <a:bodyPr/>
                    <a:lstStyle/>
                    <a:p>
                      <a:pPr>
                        <a:buNone/>
                      </a:pPr>
                      <a:r>
                        <a:rPr lang="en-GB" sz="1700">
                          <a:effectLst/>
                        </a:rPr>
                        <a:t>Équipe technique, Hébergeurs</a:t>
                      </a:r>
                      <a:endParaRPr lang="en-GB" sz="1700">
                        <a:effectLst/>
                        <a:latin typeface="Google Sans Text"/>
                      </a:endParaRPr>
                    </a:p>
                  </a:txBody>
                  <a:tcPr marL="84109" marR="84109" marT="42054" marB="42054" anchor="ctr"/>
                </a:tc>
                <a:tc>
                  <a:txBody>
                    <a:bodyPr/>
                    <a:lstStyle/>
                    <a:p>
                      <a:pPr>
                        <a:buNone/>
                      </a:pPr>
                      <a:r>
                        <a:rPr lang="en-GB" sz="1700">
                          <a:effectLst/>
                        </a:rPr>
                        <a:t>Minimisation de l'empreinte carbone du calcul IA (GPU/CPU).</a:t>
                      </a:r>
                      <a:endParaRPr lang="en-GB" sz="1700">
                        <a:effectLst/>
                        <a:latin typeface="Google Sans Text"/>
                      </a:endParaRPr>
                    </a:p>
                  </a:txBody>
                  <a:tcPr marL="84109" marR="84109" marT="42054" marB="42054" anchor="ctr"/>
                </a:tc>
                <a:tc>
                  <a:txBody>
                    <a:bodyPr/>
                    <a:lstStyle/>
                    <a:p>
                      <a:pPr>
                        <a:buNone/>
                      </a:pPr>
                      <a:r>
                        <a:rPr lang="en-GB" sz="1700" b="1">
                          <a:effectLst/>
                        </a:rPr>
                        <a:t>Moyenne</a:t>
                      </a:r>
                      <a:endParaRPr lang="en-GB" sz="1700">
                        <a:effectLst/>
                        <a:latin typeface="Google Sans Text"/>
                      </a:endParaRPr>
                    </a:p>
                  </a:txBody>
                  <a:tcPr marL="84109" marR="84109" marT="42054" marB="42054" anchor="ctr"/>
                </a:tc>
                <a:extLst>
                  <a:ext uri="{0D108BD9-81ED-4DB2-BD59-A6C34878D82A}">
                    <a16:rowId xmlns:a16="http://schemas.microsoft.com/office/drawing/2014/main" val="2033589901"/>
                  </a:ext>
                </a:extLst>
              </a:tr>
              <a:tr h="1093411">
                <a:tc>
                  <a:txBody>
                    <a:bodyPr/>
                    <a:lstStyle/>
                    <a:p>
                      <a:pPr>
                        <a:buNone/>
                      </a:pPr>
                      <a:r>
                        <a:rPr lang="en-GB" sz="1700" b="1">
                          <a:effectLst/>
                        </a:rPr>
                        <a:t>Air &amp; Climat</a:t>
                      </a:r>
                      <a:endParaRPr lang="en-GB" sz="1700">
                        <a:effectLst/>
                        <a:latin typeface="Google Sans Text"/>
                      </a:endParaRPr>
                    </a:p>
                  </a:txBody>
                  <a:tcPr marL="84109" marR="84109" marT="42054" marB="42054" anchor="ctr"/>
                </a:tc>
                <a:tc>
                  <a:txBody>
                    <a:bodyPr/>
                    <a:lstStyle/>
                    <a:p>
                      <a:pPr>
                        <a:buNone/>
                      </a:pPr>
                      <a:r>
                        <a:rPr lang="en-GB" sz="1700">
                          <a:effectLst/>
                        </a:rPr>
                        <a:t>Société civile</a:t>
                      </a:r>
                      <a:endParaRPr lang="en-GB" sz="1700">
                        <a:effectLst/>
                        <a:latin typeface="Google Sans Text"/>
                      </a:endParaRPr>
                    </a:p>
                  </a:txBody>
                  <a:tcPr marL="84109" marR="84109" marT="42054" marB="42054" anchor="ctr"/>
                </a:tc>
                <a:tc>
                  <a:txBody>
                    <a:bodyPr/>
                    <a:lstStyle/>
                    <a:p>
                      <a:pPr>
                        <a:buNone/>
                      </a:pPr>
                      <a:r>
                        <a:rPr lang="en-GB" sz="1700">
                          <a:effectLst/>
                        </a:rPr>
                        <a:t>Réduction des émissions liées aux serveurs de traitement de données.</a:t>
                      </a:r>
                      <a:endParaRPr lang="en-GB" sz="1700">
                        <a:effectLst/>
                        <a:latin typeface="Google Sans Text"/>
                      </a:endParaRPr>
                    </a:p>
                  </a:txBody>
                  <a:tcPr marL="84109" marR="84109" marT="42054" marB="42054" anchor="ctr"/>
                </a:tc>
                <a:tc>
                  <a:txBody>
                    <a:bodyPr/>
                    <a:lstStyle/>
                    <a:p>
                      <a:pPr>
                        <a:buNone/>
                      </a:pPr>
                      <a:r>
                        <a:rPr lang="en-GB" sz="1700" b="1" dirty="0" err="1">
                          <a:effectLst/>
                        </a:rPr>
                        <a:t>Faible</a:t>
                      </a:r>
                      <a:r>
                        <a:rPr lang="en-GB" sz="1700" b="1" dirty="0">
                          <a:effectLst/>
                        </a:rPr>
                        <a:t> à Moyenne</a:t>
                      </a:r>
                      <a:endParaRPr lang="en-GB" sz="1700" dirty="0">
                        <a:effectLst/>
                        <a:latin typeface="Google Sans Text"/>
                      </a:endParaRPr>
                    </a:p>
                  </a:txBody>
                  <a:tcPr marL="84109" marR="84109" marT="42054" marB="42054" anchor="ctr"/>
                </a:tc>
                <a:extLst>
                  <a:ext uri="{0D108BD9-81ED-4DB2-BD59-A6C34878D82A}">
                    <a16:rowId xmlns:a16="http://schemas.microsoft.com/office/drawing/2014/main" val="1309607008"/>
                  </a:ext>
                </a:extLst>
              </a:tr>
            </a:tbl>
          </a:graphicData>
        </a:graphic>
      </p:graphicFrame>
      <p:sp>
        <p:nvSpPr>
          <p:cNvPr id="4" name="Slide Number Placeholder 3">
            <a:extLst>
              <a:ext uri="{FF2B5EF4-FFF2-40B4-BE49-F238E27FC236}">
                <a16:creationId xmlns:a16="http://schemas.microsoft.com/office/drawing/2014/main" id="{747027C9-510D-D120-B807-6E654ABA0F0D}"/>
              </a:ext>
            </a:extLst>
          </p:cNvPr>
          <p:cNvSpPr>
            <a:spLocks noGrp="1"/>
          </p:cNvSpPr>
          <p:nvPr>
            <p:ph type="sldNum" sz="quarter" idx="12"/>
          </p:nvPr>
        </p:nvSpPr>
        <p:spPr/>
        <p:txBody>
          <a:bodyPr/>
          <a:lstStyle/>
          <a:p>
            <a:fld id="{D8330167-9ACD-4CBA-BC3C-461396547B0B}" type="slidenum">
              <a:rPr lang="fr-FR" smtClean="0"/>
              <a:t>21</a:t>
            </a:fld>
            <a:endParaRPr lang="fr-FR"/>
          </a:p>
        </p:txBody>
      </p:sp>
    </p:spTree>
    <p:extLst>
      <p:ext uri="{BB962C8B-B14F-4D97-AF65-F5344CB8AC3E}">
        <p14:creationId xmlns:p14="http://schemas.microsoft.com/office/powerpoint/2010/main" val="176235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7A12-F8AF-632C-BAEE-7654A6F6E6AB}"/>
              </a:ext>
            </a:extLst>
          </p:cNvPr>
          <p:cNvSpPr>
            <a:spLocks noGrp="1"/>
          </p:cNvSpPr>
          <p:nvPr>
            <p:ph type="title"/>
          </p:nvPr>
        </p:nvSpPr>
        <p:spPr/>
        <p:txBody>
          <a:bodyPr/>
          <a:lstStyle/>
          <a:p>
            <a:r>
              <a:rPr lang="en-GB"/>
              <a:t>Impacts </a:t>
            </a:r>
            <a:r>
              <a:rPr lang="en-GB" err="1"/>
              <a:t>potentiels</a:t>
            </a:r>
            <a:r>
              <a:rPr lang="en-GB"/>
              <a:t> et </a:t>
            </a:r>
            <a:r>
              <a:rPr lang="en-GB" err="1"/>
              <a:t>indicateurs</a:t>
            </a:r>
            <a:r>
              <a:rPr lang="en-GB"/>
              <a:t> KPI</a:t>
            </a:r>
          </a:p>
        </p:txBody>
      </p:sp>
      <p:graphicFrame>
        <p:nvGraphicFramePr>
          <p:cNvPr id="6" name="Content Placeholder 5">
            <a:extLst>
              <a:ext uri="{FF2B5EF4-FFF2-40B4-BE49-F238E27FC236}">
                <a16:creationId xmlns:a16="http://schemas.microsoft.com/office/drawing/2014/main" id="{AC039853-644F-C6B3-6E3E-C93AD956E194}"/>
              </a:ext>
            </a:extLst>
          </p:cNvPr>
          <p:cNvGraphicFramePr>
            <a:graphicFrameLocks noGrp="1"/>
          </p:cNvGraphicFramePr>
          <p:nvPr>
            <p:ph idx="1"/>
            <p:extLst>
              <p:ext uri="{D42A27DB-BD31-4B8C-83A1-F6EECF244321}">
                <p14:modId xmlns:p14="http://schemas.microsoft.com/office/powerpoint/2010/main" val="2953167956"/>
              </p:ext>
            </p:extLst>
          </p:nvPr>
        </p:nvGraphicFramePr>
        <p:xfrm>
          <a:off x="838200" y="1825625"/>
          <a:ext cx="10515600" cy="4572000"/>
        </p:xfrm>
        <a:graphic>
          <a:graphicData uri="http://schemas.openxmlformats.org/drawingml/2006/table">
            <a:tbl>
              <a:tblPr bandRow="1">
                <a:tableStyleId>{073A0DAA-6AF3-43AB-8588-CEC1D06C72B9}</a:tableStyleId>
              </a:tblPr>
              <a:tblGrid>
                <a:gridCol w="2628900">
                  <a:extLst>
                    <a:ext uri="{9D8B030D-6E8A-4147-A177-3AD203B41FA5}">
                      <a16:colId xmlns:a16="http://schemas.microsoft.com/office/drawing/2014/main" val="574641487"/>
                    </a:ext>
                  </a:extLst>
                </a:gridCol>
                <a:gridCol w="2628900">
                  <a:extLst>
                    <a:ext uri="{9D8B030D-6E8A-4147-A177-3AD203B41FA5}">
                      <a16:colId xmlns:a16="http://schemas.microsoft.com/office/drawing/2014/main" val="322559844"/>
                    </a:ext>
                  </a:extLst>
                </a:gridCol>
                <a:gridCol w="2628900">
                  <a:extLst>
                    <a:ext uri="{9D8B030D-6E8A-4147-A177-3AD203B41FA5}">
                      <a16:colId xmlns:a16="http://schemas.microsoft.com/office/drawing/2014/main" val="3177665736"/>
                    </a:ext>
                  </a:extLst>
                </a:gridCol>
                <a:gridCol w="2628900">
                  <a:extLst>
                    <a:ext uri="{9D8B030D-6E8A-4147-A177-3AD203B41FA5}">
                      <a16:colId xmlns:a16="http://schemas.microsoft.com/office/drawing/2014/main" val="2084042744"/>
                    </a:ext>
                  </a:extLst>
                </a:gridCol>
              </a:tblGrid>
              <a:tr h="0">
                <a:tc>
                  <a:txBody>
                    <a:bodyPr/>
                    <a:lstStyle/>
                    <a:p>
                      <a:pPr>
                        <a:buNone/>
                      </a:pPr>
                      <a:r>
                        <a:rPr lang="en-GB">
                          <a:effectLst/>
                        </a:rPr>
                        <a:t>Impacts potentiels</a:t>
                      </a:r>
                      <a:endParaRPr lang="en-GB" err="1">
                        <a:effectLst/>
                      </a:endParaRPr>
                    </a:p>
                  </a:txBody>
                  <a:tcPr anchor="ctr"/>
                </a:tc>
                <a:tc>
                  <a:txBody>
                    <a:bodyPr/>
                    <a:lstStyle/>
                    <a:p>
                      <a:pPr>
                        <a:buNone/>
                      </a:pPr>
                      <a:r>
                        <a:rPr lang="en-GB">
                          <a:effectLst/>
                        </a:rPr>
                        <a:t>Description</a:t>
                      </a:r>
                    </a:p>
                  </a:txBody>
                  <a:tcPr anchor="ctr"/>
                </a:tc>
                <a:tc>
                  <a:txBody>
                    <a:bodyPr/>
                    <a:lstStyle/>
                    <a:p>
                      <a:pPr>
                        <a:buNone/>
                      </a:pPr>
                      <a:r>
                        <a:rPr lang="en-GB">
                          <a:effectLst/>
                        </a:rPr>
                        <a:t>KPI suggérés</a:t>
                      </a:r>
                      <a:endParaRPr lang="en-GB" err="1">
                        <a:effectLst/>
                      </a:endParaRPr>
                    </a:p>
                  </a:txBody>
                  <a:tcPr anchor="ctr"/>
                </a:tc>
                <a:tc>
                  <a:txBody>
                    <a:bodyPr/>
                    <a:lstStyle/>
                    <a:p>
                      <a:pPr>
                        <a:buNone/>
                      </a:pPr>
                      <a:r>
                        <a:rPr lang="en-GB">
                          <a:effectLst/>
                        </a:rPr>
                        <a:t>Sensibilité</a:t>
                      </a:r>
                      <a:endParaRPr lang="en-GB" err="1">
                        <a:effectLst/>
                      </a:endParaRPr>
                    </a:p>
                  </a:txBody>
                  <a:tcPr anchor="ctr"/>
                </a:tc>
                <a:extLst>
                  <a:ext uri="{0D108BD9-81ED-4DB2-BD59-A6C34878D82A}">
                    <a16:rowId xmlns:a16="http://schemas.microsoft.com/office/drawing/2014/main" val="2960153171"/>
                  </a:ext>
                </a:extLst>
              </a:tr>
              <a:tr h="0">
                <a:tc>
                  <a:txBody>
                    <a:bodyPr/>
                    <a:lstStyle/>
                    <a:p>
                      <a:pPr>
                        <a:buNone/>
                      </a:pPr>
                      <a:r>
                        <a:rPr lang="en-GB">
                          <a:effectLst/>
                        </a:rPr>
                        <a:t>Consommation énergétique</a:t>
                      </a:r>
                      <a:endParaRPr lang="en-GB" err="1">
                        <a:effectLst/>
                      </a:endParaRPr>
                    </a:p>
                  </a:txBody>
                  <a:tcPr anchor="ctr"/>
                </a:tc>
                <a:tc>
                  <a:txBody>
                    <a:bodyPr/>
                    <a:lstStyle/>
                    <a:p>
                      <a:pPr>
                        <a:buNone/>
                      </a:pPr>
                      <a:r>
                        <a:rPr lang="en-GB">
                          <a:effectLst/>
                        </a:rPr>
                        <a:t>Énergie nécessaire pour faire tourner les modèles de langage (LLM/NLP).</a:t>
                      </a:r>
                    </a:p>
                  </a:txBody>
                  <a:tcPr anchor="ctr"/>
                </a:tc>
                <a:tc>
                  <a:txBody>
                    <a:bodyPr/>
                    <a:lstStyle/>
                    <a:p>
                      <a:pPr>
                        <a:buNone/>
                      </a:pPr>
                      <a:r>
                        <a:rPr lang="en-GB" dirty="0">
                          <a:effectLst/>
                        </a:rPr>
                        <a:t>Watt-</a:t>
                      </a:r>
                      <a:r>
                        <a:rPr lang="en-GB" dirty="0" err="1">
                          <a:effectLst/>
                        </a:rPr>
                        <a:t>heure</a:t>
                      </a:r>
                      <a:r>
                        <a:rPr lang="en-GB" dirty="0">
                          <a:effectLst/>
                        </a:rPr>
                        <a:t> par CV </a:t>
                      </a:r>
                      <a:r>
                        <a:rPr lang="en-GB" dirty="0" err="1">
                          <a:effectLst/>
                        </a:rPr>
                        <a:t>analysé</a:t>
                      </a:r>
                      <a:r>
                        <a:rPr lang="en-GB" dirty="0">
                          <a:effectLst/>
                        </a:rPr>
                        <a:t> </a:t>
                      </a:r>
                      <a:r>
                        <a:rPr lang="en-GB" dirty="0" err="1">
                          <a:effectLst/>
                        </a:rPr>
                        <a:t>ou</a:t>
                      </a:r>
                      <a:r>
                        <a:rPr lang="en-GB" dirty="0">
                          <a:effectLst/>
                        </a:rPr>
                        <a:t> gCO2e par </a:t>
                      </a:r>
                      <a:r>
                        <a:rPr lang="en-GB" dirty="0" err="1">
                          <a:effectLst/>
                        </a:rPr>
                        <a:t>requête</a:t>
                      </a:r>
                      <a:r>
                        <a:rPr lang="en-GB" dirty="0">
                          <a:effectLst/>
                        </a:rPr>
                        <a:t>.</a:t>
                      </a:r>
                    </a:p>
                  </a:txBody>
                  <a:tcPr anchor="ctr"/>
                </a:tc>
                <a:tc>
                  <a:txBody>
                    <a:bodyPr/>
                    <a:lstStyle/>
                    <a:p>
                      <a:pPr>
                        <a:buNone/>
                      </a:pPr>
                      <a:r>
                        <a:rPr lang="en-GB">
                          <a:effectLst/>
                        </a:rPr>
                        <a:t>Moyenne</a:t>
                      </a:r>
                    </a:p>
                  </a:txBody>
                  <a:tcPr anchor="ctr"/>
                </a:tc>
                <a:extLst>
                  <a:ext uri="{0D108BD9-81ED-4DB2-BD59-A6C34878D82A}">
                    <a16:rowId xmlns:a16="http://schemas.microsoft.com/office/drawing/2014/main" val="3223106518"/>
                  </a:ext>
                </a:extLst>
              </a:tr>
              <a:tr h="0">
                <a:tc>
                  <a:txBody>
                    <a:bodyPr/>
                    <a:lstStyle/>
                    <a:p>
                      <a:pPr>
                        <a:buNone/>
                      </a:pPr>
                      <a:r>
                        <a:rPr lang="en-GB">
                          <a:effectLst/>
                        </a:rPr>
                        <a:t>Biais algorithmique</a:t>
                      </a:r>
                      <a:endParaRPr lang="en-GB" err="1">
                        <a:effectLst/>
                      </a:endParaRPr>
                    </a:p>
                  </a:txBody>
                  <a:tcPr anchor="ctr"/>
                </a:tc>
                <a:tc>
                  <a:txBody>
                    <a:bodyPr/>
                    <a:lstStyle/>
                    <a:p>
                      <a:pPr>
                        <a:buNone/>
                      </a:pPr>
                      <a:r>
                        <a:rPr lang="en-GB">
                          <a:effectLst/>
                        </a:rPr>
                        <a:t>Risque que l'IA favorise certains profils (ex: genre, origine)</a:t>
                      </a:r>
                    </a:p>
                  </a:txBody>
                  <a:tcPr anchor="ctr"/>
                </a:tc>
                <a:tc>
                  <a:txBody>
                    <a:bodyPr/>
                    <a:lstStyle/>
                    <a:p>
                      <a:pPr>
                        <a:buNone/>
                      </a:pPr>
                      <a:r>
                        <a:rPr lang="en-GB">
                          <a:effectLst/>
                        </a:rPr>
                        <a:t>Taux de disparité (Ratio de sélection par groupe démographique).</a:t>
                      </a:r>
                    </a:p>
                  </a:txBody>
                  <a:tcPr anchor="ctr"/>
                </a:tc>
                <a:tc>
                  <a:txBody>
                    <a:bodyPr/>
                    <a:lstStyle/>
                    <a:p>
                      <a:pPr>
                        <a:buNone/>
                      </a:pPr>
                      <a:r>
                        <a:rPr lang="en-GB">
                          <a:effectLst/>
                        </a:rPr>
                        <a:t>Forte</a:t>
                      </a:r>
                    </a:p>
                  </a:txBody>
                  <a:tcPr anchor="ctr"/>
                </a:tc>
                <a:extLst>
                  <a:ext uri="{0D108BD9-81ED-4DB2-BD59-A6C34878D82A}">
                    <a16:rowId xmlns:a16="http://schemas.microsoft.com/office/drawing/2014/main" val="3968714818"/>
                  </a:ext>
                </a:extLst>
              </a:tr>
              <a:tr h="0">
                <a:tc>
                  <a:txBody>
                    <a:bodyPr/>
                    <a:lstStyle/>
                    <a:p>
                      <a:pPr>
                        <a:buNone/>
                      </a:pPr>
                      <a:r>
                        <a:rPr lang="en-GB">
                          <a:effectLst/>
                        </a:rPr>
                        <a:t>Pollution numérique</a:t>
                      </a:r>
                    </a:p>
                  </a:txBody>
                  <a:tcPr anchor="ctr"/>
                </a:tc>
                <a:tc>
                  <a:txBody>
                    <a:bodyPr/>
                    <a:lstStyle/>
                    <a:p>
                      <a:pPr>
                        <a:buNone/>
                      </a:pPr>
                      <a:r>
                        <a:rPr lang="en-GB">
                          <a:effectLst/>
                        </a:rPr>
                        <a:t>Stockage de volumes massifs de CV et logs de matching.</a:t>
                      </a:r>
                    </a:p>
                  </a:txBody>
                  <a:tcPr anchor="ctr"/>
                </a:tc>
                <a:tc>
                  <a:txBody>
                    <a:bodyPr/>
                    <a:lstStyle/>
                    <a:p>
                      <a:pPr>
                        <a:buNone/>
                      </a:pPr>
                      <a:r>
                        <a:rPr lang="en-GB">
                          <a:effectLst/>
                        </a:rPr>
                        <a:t>To de données stockées / Taux de compression.</a:t>
                      </a:r>
                    </a:p>
                  </a:txBody>
                  <a:tcPr anchor="ctr"/>
                </a:tc>
                <a:tc>
                  <a:txBody>
                    <a:bodyPr/>
                    <a:lstStyle/>
                    <a:p>
                      <a:pPr>
                        <a:buNone/>
                      </a:pPr>
                      <a:r>
                        <a:rPr lang="en-GB">
                          <a:effectLst/>
                        </a:rPr>
                        <a:t>Faible</a:t>
                      </a:r>
                      <a:endParaRPr lang="en-GB" err="1">
                        <a:effectLst/>
                      </a:endParaRPr>
                    </a:p>
                  </a:txBody>
                  <a:tcPr anchor="ctr"/>
                </a:tc>
                <a:extLst>
                  <a:ext uri="{0D108BD9-81ED-4DB2-BD59-A6C34878D82A}">
                    <a16:rowId xmlns:a16="http://schemas.microsoft.com/office/drawing/2014/main" val="2938988679"/>
                  </a:ext>
                </a:extLst>
              </a:tr>
              <a:tr h="0">
                <a:tc>
                  <a:txBody>
                    <a:bodyPr/>
                    <a:lstStyle/>
                    <a:p>
                      <a:pPr>
                        <a:buNone/>
                      </a:pPr>
                      <a:r>
                        <a:rPr lang="en-GB">
                          <a:effectLst/>
                        </a:rPr>
                        <a:t>Impact social positif</a:t>
                      </a:r>
                      <a:endParaRPr lang="en-GB" err="1">
                        <a:effectLst/>
                      </a:endParaRPr>
                    </a:p>
                  </a:txBody>
                  <a:tcPr anchor="ctr"/>
                </a:tc>
                <a:tc>
                  <a:txBody>
                    <a:bodyPr/>
                    <a:lstStyle/>
                    <a:p>
                      <a:pPr>
                        <a:buNone/>
                      </a:pPr>
                      <a:r>
                        <a:rPr lang="en-GB">
                          <a:effectLst/>
                        </a:rPr>
                        <a:t>Réduction du temps de recherche et meilleur alignement des compétences.</a:t>
                      </a:r>
                    </a:p>
                  </a:txBody>
                  <a:tcPr anchor="ctr"/>
                </a:tc>
                <a:tc>
                  <a:txBody>
                    <a:bodyPr/>
                    <a:lstStyle/>
                    <a:p>
                      <a:pPr>
                        <a:buNone/>
                      </a:pPr>
                      <a:r>
                        <a:rPr lang="en-GB">
                          <a:effectLst/>
                        </a:rPr>
                        <a:t>Taux de retour à l'emploi / Taux de rétention après embauche.</a:t>
                      </a:r>
                    </a:p>
                  </a:txBody>
                  <a:tcPr anchor="ctr"/>
                </a:tc>
                <a:tc>
                  <a:txBody>
                    <a:bodyPr/>
                    <a:lstStyle/>
                    <a:p>
                      <a:pPr>
                        <a:buNone/>
                      </a:pPr>
                      <a:r>
                        <a:rPr lang="en-GB" dirty="0">
                          <a:effectLst/>
                        </a:rPr>
                        <a:t>Forte</a:t>
                      </a:r>
                    </a:p>
                  </a:txBody>
                  <a:tcPr anchor="ctr"/>
                </a:tc>
                <a:extLst>
                  <a:ext uri="{0D108BD9-81ED-4DB2-BD59-A6C34878D82A}">
                    <a16:rowId xmlns:a16="http://schemas.microsoft.com/office/drawing/2014/main" val="1726195660"/>
                  </a:ext>
                </a:extLst>
              </a:tr>
            </a:tbl>
          </a:graphicData>
        </a:graphic>
      </p:graphicFrame>
      <p:sp>
        <p:nvSpPr>
          <p:cNvPr id="4" name="Slide Number Placeholder 3">
            <a:extLst>
              <a:ext uri="{FF2B5EF4-FFF2-40B4-BE49-F238E27FC236}">
                <a16:creationId xmlns:a16="http://schemas.microsoft.com/office/drawing/2014/main" id="{1E25AEFF-997A-7B76-BED7-34685FF2DE15}"/>
              </a:ext>
            </a:extLst>
          </p:cNvPr>
          <p:cNvSpPr>
            <a:spLocks noGrp="1"/>
          </p:cNvSpPr>
          <p:nvPr>
            <p:ph type="sldNum" sz="quarter" idx="12"/>
          </p:nvPr>
        </p:nvSpPr>
        <p:spPr/>
        <p:txBody>
          <a:bodyPr/>
          <a:lstStyle/>
          <a:p>
            <a:fld id="{D8330167-9ACD-4CBA-BC3C-461396547B0B}" type="slidenum">
              <a:rPr lang="fr-FR" smtClean="0"/>
              <a:t>22</a:t>
            </a:fld>
            <a:endParaRPr lang="fr-FR"/>
          </a:p>
        </p:txBody>
      </p:sp>
    </p:spTree>
    <p:extLst>
      <p:ext uri="{BB962C8B-B14F-4D97-AF65-F5344CB8AC3E}">
        <p14:creationId xmlns:p14="http://schemas.microsoft.com/office/powerpoint/2010/main" val="2688031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F6B9-8CD5-5190-73E3-9889BA3BC791}"/>
              </a:ext>
            </a:extLst>
          </p:cNvPr>
          <p:cNvSpPr>
            <a:spLocks noGrp="1"/>
          </p:cNvSpPr>
          <p:nvPr>
            <p:ph type="title"/>
          </p:nvPr>
        </p:nvSpPr>
        <p:spPr/>
        <p:txBody>
          <a:bodyPr/>
          <a:lstStyle/>
          <a:p>
            <a:r>
              <a:rPr lang="en-GB" dirty="0"/>
              <a:t>Solutions pratiques</a:t>
            </a:r>
          </a:p>
        </p:txBody>
      </p:sp>
      <p:sp>
        <p:nvSpPr>
          <p:cNvPr id="3" name="Content Placeholder 2">
            <a:extLst>
              <a:ext uri="{FF2B5EF4-FFF2-40B4-BE49-F238E27FC236}">
                <a16:creationId xmlns:a16="http://schemas.microsoft.com/office/drawing/2014/main" id="{691EDC08-8A59-0A0F-D006-535D983C5AD8}"/>
              </a:ext>
            </a:extLst>
          </p:cNvPr>
          <p:cNvSpPr>
            <a:spLocks noGrp="1"/>
          </p:cNvSpPr>
          <p:nvPr>
            <p:ph idx="1"/>
          </p:nvPr>
        </p:nvSpPr>
        <p:spPr>
          <a:xfrm>
            <a:off x="838200" y="1467577"/>
            <a:ext cx="10515600" cy="5067434"/>
          </a:xfrm>
        </p:spPr>
        <p:txBody>
          <a:bodyPr vert="horz" lIns="91440" tIns="45720" rIns="91440" bIns="45720" rtlCol="0" anchor="t">
            <a:normAutofit fontScale="70000" lnSpcReduction="20000"/>
          </a:bodyPr>
          <a:lstStyle/>
          <a:p>
            <a:pPr marL="0" indent="0">
              <a:buNone/>
            </a:pPr>
            <a:r>
              <a:rPr lang="en-GB" b="1" dirty="0" err="1"/>
              <a:t>Mesures</a:t>
            </a:r>
            <a:r>
              <a:rPr lang="en-GB" b="1" dirty="0"/>
              <a:t> </a:t>
            </a:r>
            <a:r>
              <a:rPr lang="en-GB" b="1" dirty="0" err="1"/>
              <a:t>Environnementales</a:t>
            </a:r>
            <a:r>
              <a:rPr lang="en-GB" b="1" dirty="0"/>
              <a:t> (</a:t>
            </a:r>
            <a:r>
              <a:rPr lang="en-GB" b="1" dirty="0" err="1"/>
              <a:t>Sobriété</a:t>
            </a:r>
            <a:r>
              <a:rPr lang="en-GB" b="1" dirty="0"/>
              <a:t> Numérique)</a:t>
            </a:r>
            <a:endParaRPr lang="en-US" b="1" dirty="0"/>
          </a:p>
          <a:p>
            <a:pPr lvl="1">
              <a:lnSpc>
                <a:spcPct val="120000"/>
              </a:lnSpc>
            </a:pPr>
            <a:r>
              <a:rPr lang="en-GB" b="1" dirty="0">
                <a:ea typeface="+mn-lt"/>
                <a:cs typeface="+mn-lt"/>
              </a:rPr>
              <a:t>Optimisation de </a:t>
            </a:r>
            <a:r>
              <a:rPr lang="en-GB" b="1" dirty="0" err="1">
                <a:ea typeface="+mn-lt"/>
                <a:cs typeface="+mn-lt"/>
              </a:rPr>
              <a:t>l'IA</a:t>
            </a:r>
            <a:r>
              <a:rPr lang="en-GB" b="1" dirty="0">
                <a:ea typeface="+mn-lt"/>
                <a:cs typeface="+mn-lt"/>
              </a:rPr>
              <a:t> (Small Language Models) :</a:t>
            </a:r>
            <a:r>
              <a:rPr lang="en-GB" dirty="0">
                <a:ea typeface="+mn-lt"/>
                <a:cs typeface="+mn-lt"/>
              </a:rPr>
              <a:t> Au lieu </a:t>
            </a:r>
            <a:r>
              <a:rPr lang="en-GB" dirty="0" err="1">
                <a:ea typeface="+mn-lt"/>
                <a:cs typeface="+mn-lt"/>
              </a:rPr>
              <a:t>d'utiliser</a:t>
            </a:r>
            <a:r>
              <a:rPr lang="en-GB" dirty="0">
                <a:ea typeface="+mn-lt"/>
                <a:cs typeface="+mn-lt"/>
              </a:rPr>
              <a:t> des </a:t>
            </a:r>
            <a:r>
              <a:rPr lang="en-GB" dirty="0" err="1">
                <a:ea typeface="+mn-lt"/>
                <a:cs typeface="+mn-lt"/>
              </a:rPr>
              <a:t>modèles</a:t>
            </a:r>
            <a:r>
              <a:rPr lang="en-GB" dirty="0">
                <a:ea typeface="+mn-lt"/>
                <a:cs typeface="+mn-lt"/>
              </a:rPr>
              <a:t> </a:t>
            </a:r>
            <a:r>
              <a:rPr lang="en-GB" dirty="0" err="1">
                <a:ea typeface="+mn-lt"/>
                <a:cs typeface="+mn-lt"/>
              </a:rPr>
              <a:t>géants</a:t>
            </a:r>
            <a:r>
              <a:rPr lang="en-GB" dirty="0">
                <a:ea typeface="+mn-lt"/>
                <a:cs typeface="+mn-lt"/>
              </a:rPr>
              <a:t> (type GPT-4), </a:t>
            </a:r>
            <a:r>
              <a:rPr lang="en-GB" dirty="0" err="1">
                <a:ea typeface="+mn-lt"/>
                <a:cs typeface="+mn-lt"/>
              </a:rPr>
              <a:t>privilégier</a:t>
            </a:r>
            <a:r>
              <a:rPr lang="en-GB" dirty="0">
                <a:ea typeface="+mn-lt"/>
                <a:cs typeface="+mn-lt"/>
              </a:rPr>
              <a:t> des </a:t>
            </a:r>
            <a:r>
              <a:rPr lang="en-GB" dirty="0" err="1">
                <a:ea typeface="+mn-lt"/>
                <a:cs typeface="+mn-lt"/>
              </a:rPr>
              <a:t>modèles</a:t>
            </a:r>
            <a:r>
              <a:rPr lang="en-GB" dirty="0">
                <a:ea typeface="+mn-lt"/>
                <a:cs typeface="+mn-lt"/>
              </a:rPr>
              <a:t> </a:t>
            </a:r>
            <a:r>
              <a:rPr lang="en-GB" dirty="0" err="1">
                <a:ea typeface="+mn-lt"/>
                <a:cs typeface="+mn-lt"/>
              </a:rPr>
              <a:t>spécialisés</a:t>
            </a:r>
            <a:r>
              <a:rPr lang="en-GB" dirty="0">
                <a:ea typeface="+mn-lt"/>
                <a:cs typeface="+mn-lt"/>
              </a:rPr>
              <a:t> NLP plus petits, </a:t>
            </a:r>
            <a:r>
              <a:rPr lang="en-GB" dirty="0" err="1">
                <a:ea typeface="+mn-lt"/>
                <a:cs typeface="+mn-lt"/>
              </a:rPr>
              <a:t>moins</a:t>
            </a:r>
            <a:r>
              <a:rPr lang="en-GB" dirty="0">
                <a:ea typeface="+mn-lt"/>
                <a:cs typeface="+mn-lt"/>
              </a:rPr>
              <a:t> gourmands </a:t>
            </a:r>
            <a:r>
              <a:rPr lang="en-GB" dirty="0" err="1">
                <a:ea typeface="+mn-lt"/>
                <a:cs typeface="+mn-lt"/>
              </a:rPr>
              <a:t>en</a:t>
            </a:r>
            <a:r>
              <a:rPr lang="en-GB" dirty="0">
                <a:ea typeface="+mn-lt"/>
                <a:cs typeface="+mn-lt"/>
              </a:rPr>
              <a:t> </a:t>
            </a:r>
            <a:r>
              <a:rPr lang="en-GB" dirty="0" err="1">
                <a:ea typeface="+mn-lt"/>
                <a:cs typeface="+mn-lt"/>
              </a:rPr>
              <a:t>énergie</a:t>
            </a:r>
            <a:r>
              <a:rPr lang="en-GB" dirty="0">
                <a:ea typeface="+mn-lt"/>
                <a:cs typeface="+mn-lt"/>
              </a:rPr>
              <a:t> pour </a:t>
            </a:r>
            <a:r>
              <a:rPr lang="en-GB" dirty="0" err="1">
                <a:ea typeface="+mn-lt"/>
                <a:cs typeface="+mn-lt"/>
              </a:rPr>
              <a:t>l'extraction</a:t>
            </a:r>
            <a:r>
              <a:rPr lang="en-GB" dirty="0">
                <a:ea typeface="+mn-lt"/>
                <a:cs typeface="+mn-lt"/>
              </a:rPr>
              <a:t> </a:t>
            </a:r>
            <a:r>
              <a:rPr lang="en-GB" dirty="0" err="1">
                <a:ea typeface="+mn-lt"/>
                <a:cs typeface="+mn-lt"/>
              </a:rPr>
              <a:t>d'entités</a:t>
            </a:r>
            <a:r>
              <a:rPr lang="en-GB" dirty="0">
                <a:ea typeface="+mn-lt"/>
                <a:cs typeface="+mn-lt"/>
              </a:rPr>
              <a:t>.</a:t>
            </a:r>
            <a:endParaRPr lang="en-GB" dirty="0"/>
          </a:p>
          <a:p>
            <a:pPr lvl="1">
              <a:lnSpc>
                <a:spcPct val="120000"/>
              </a:lnSpc>
            </a:pPr>
            <a:r>
              <a:rPr lang="en-GB" b="1" dirty="0" err="1">
                <a:ea typeface="+mn-lt"/>
                <a:cs typeface="+mn-lt"/>
              </a:rPr>
              <a:t>Hébergement</a:t>
            </a:r>
            <a:r>
              <a:rPr lang="en-GB" b="1" dirty="0">
                <a:ea typeface="+mn-lt"/>
                <a:cs typeface="+mn-lt"/>
              </a:rPr>
              <a:t> Local &amp; Vert :</a:t>
            </a:r>
            <a:r>
              <a:rPr lang="en-GB" dirty="0">
                <a:ea typeface="+mn-lt"/>
                <a:cs typeface="+mn-lt"/>
              </a:rPr>
              <a:t> Utilisation de </a:t>
            </a:r>
            <a:r>
              <a:rPr lang="en-GB" dirty="0" err="1">
                <a:ea typeface="+mn-lt"/>
                <a:cs typeface="+mn-lt"/>
              </a:rPr>
              <a:t>serveurs</a:t>
            </a:r>
            <a:r>
              <a:rPr lang="en-GB" dirty="0">
                <a:ea typeface="+mn-lt"/>
                <a:cs typeface="+mn-lt"/>
              </a:rPr>
              <a:t> </a:t>
            </a:r>
            <a:r>
              <a:rPr lang="en-GB" dirty="0" err="1">
                <a:ea typeface="+mn-lt"/>
                <a:cs typeface="+mn-lt"/>
              </a:rPr>
              <a:t>en</a:t>
            </a:r>
            <a:r>
              <a:rPr lang="en-GB" dirty="0">
                <a:ea typeface="+mn-lt"/>
                <a:cs typeface="+mn-lt"/>
              </a:rPr>
              <a:t> Suisse </a:t>
            </a:r>
            <a:r>
              <a:rPr lang="en-GB" dirty="0" err="1">
                <a:ea typeface="+mn-lt"/>
                <a:cs typeface="+mn-lt"/>
              </a:rPr>
              <a:t>alimentés</a:t>
            </a:r>
            <a:r>
              <a:rPr lang="en-GB" dirty="0">
                <a:ea typeface="+mn-lt"/>
                <a:cs typeface="+mn-lt"/>
              </a:rPr>
              <a:t> par des </a:t>
            </a:r>
            <a:r>
              <a:rPr lang="en-GB" dirty="0" err="1">
                <a:ea typeface="+mn-lt"/>
                <a:cs typeface="+mn-lt"/>
              </a:rPr>
              <a:t>énergies</a:t>
            </a:r>
            <a:r>
              <a:rPr lang="en-GB" dirty="0">
                <a:ea typeface="+mn-lt"/>
                <a:cs typeface="+mn-lt"/>
              </a:rPr>
              <a:t> </a:t>
            </a:r>
            <a:r>
              <a:rPr lang="en-GB" dirty="0" err="1">
                <a:ea typeface="+mn-lt"/>
                <a:cs typeface="+mn-lt"/>
              </a:rPr>
              <a:t>renouvelables</a:t>
            </a:r>
            <a:r>
              <a:rPr lang="en-GB" dirty="0">
                <a:ea typeface="+mn-lt"/>
                <a:cs typeface="+mn-lt"/>
              </a:rPr>
              <a:t> (</a:t>
            </a:r>
            <a:r>
              <a:rPr lang="en-GB" dirty="0" err="1">
                <a:ea typeface="+mn-lt"/>
                <a:cs typeface="+mn-lt"/>
              </a:rPr>
              <a:t>hydraulique</a:t>
            </a:r>
            <a:r>
              <a:rPr lang="en-GB" dirty="0">
                <a:ea typeface="+mn-lt"/>
                <a:cs typeface="+mn-lt"/>
              </a:rPr>
              <a:t>/</a:t>
            </a:r>
            <a:r>
              <a:rPr lang="en-GB" dirty="0" err="1">
                <a:ea typeface="+mn-lt"/>
                <a:cs typeface="+mn-lt"/>
              </a:rPr>
              <a:t>solaire</a:t>
            </a:r>
            <a:r>
              <a:rPr lang="en-GB" dirty="0">
                <a:ea typeface="+mn-lt"/>
                <a:cs typeface="+mn-lt"/>
              </a:rPr>
              <a:t>), </a:t>
            </a:r>
            <a:r>
              <a:rPr lang="en-GB" dirty="0" err="1">
                <a:ea typeface="+mn-lt"/>
                <a:cs typeface="+mn-lt"/>
              </a:rPr>
              <a:t>réduisant</a:t>
            </a:r>
            <a:r>
              <a:rPr lang="en-GB" dirty="0">
                <a:ea typeface="+mn-lt"/>
                <a:cs typeface="+mn-lt"/>
              </a:rPr>
              <a:t> le </a:t>
            </a:r>
            <a:r>
              <a:rPr lang="en-GB" dirty="0" err="1">
                <a:ea typeface="+mn-lt"/>
                <a:cs typeface="+mn-lt"/>
              </a:rPr>
              <a:t>trajet</a:t>
            </a:r>
            <a:r>
              <a:rPr lang="en-GB" dirty="0">
                <a:ea typeface="+mn-lt"/>
                <a:cs typeface="+mn-lt"/>
              </a:rPr>
              <a:t> réseau et </a:t>
            </a:r>
            <a:r>
              <a:rPr lang="en-GB" dirty="0" err="1">
                <a:ea typeface="+mn-lt"/>
                <a:cs typeface="+mn-lt"/>
              </a:rPr>
              <a:t>l'empreinte</a:t>
            </a:r>
            <a:r>
              <a:rPr lang="en-GB" dirty="0">
                <a:ea typeface="+mn-lt"/>
                <a:cs typeface="+mn-lt"/>
              </a:rPr>
              <a:t> </a:t>
            </a:r>
            <a:r>
              <a:rPr lang="en-GB" dirty="0" err="1">
                <a:ea typeface="+mn-lt"/>
                <a:cs typeface="+mn-lt"/>
              </a:rPr>
              <a:t>carbone</a:t>
            </a:r>
            <a:r>
              <a:rPr lang="en-GB" dirty="0">
                <a:ea typeface="+mn-lt"/>
                <a:cs typeface="+mn-lt"/>
              </a:rPr>
              <a:t>.</a:t>
            </a:r>
            <a:endParaRPr lang="en-GB" dirty="0"/>
          </a:p>
          <a:p>
            <a:pPr lvl="1">
              <a:lnSpc>
                <a:spcPct val="120000"/>
              </a:lnSpc>
            </a:pPr>
            <a:r>
              <a:rPr lang="en-GB" b="1" dirty="0">
                <a:ea typeface="+mn-lt"/>
                <a:cs typeface="+mn-lt"/>
              </a:rPr>
              <a:t>Cycle de vie des données :</a:t>
            </a:r>
            <a:r>
              <a:rPr lang="en-GB" dirty="0">
                <a:ea typeface="+mn-lt"/>
                <a:cs typeface="+mn-lt"/>
              </a:rPr>
              <a:t> Suppression </a:t>
            </a:r>
            <a:r>
              <a:rPr lang="en-GB" dirty="0" err="1">
                <a:ea typeface="+mn-lt"/>
                <a:cs typeface="+mn-lt"/>
              </a:rPr>
              <a:t>automatique</a:t>
            </a:r>
            <a:r>
              <a:rPr lang="en-GB" dirty="0">
                <a:ea typeface="+mn-lt"/>
                <a:cs typeface="+mn-lt"/>
              </a:rPr>
              <a:t> des CV après </a:t>
            </a:r>
            <a:r>
              <a:rPr lang="en-GB" dirty="0" err="1">
                <a:ea typeface="+mn-lt"/>
                <a:cs typeface="+mn-lt"/>
              </a:rPr>
              <a:t>une</a:t>
            </a:r>
            <a:r>
              <a:rPr lang="en-GB" dirty="0">
                <a:ea typeface="+mn-lt"/>
                <a:cs typeface="+mn-lt"/>
              </a:rPr>
              <a:t> </a:t>
            </a:r>
            <a:r>
              <a:rPr lang="en-GB" dirty="0" err="1">
                <a:ea typeface="+mn-lt"/>
                <a:cs typeface="+mn-lt"/>
              </a:rPr>
              <a:t>période</a:t>
            </a:r>
            <a:r>
              <a:rPr lang="en-GB" dirty="0">
                <a:ea typeface="+mn-lt"/>
                <a:cs typeface="+mn-lt"/>
              </a:rPr>
              <a:t> </a:t>
            </a:r>
            <a:r>
              <a:rPr lang="en-GB" dirty="0" err="1">
                <a:ea typeface="+mn-lt"/>
                <a:cs typeface="+mn-lt"/>
              </a:rPr>
              <a:t>d'inactivité</a:t>
            </a:r>
            <a:r>
              <a:rPr lang="en-GB" dirty="0">
                <a:ea typeface="+mn-lt"/>
                <a:cs typeface="+mn-lt"/>
              </a:rPr>
              <a:t> (Droit à </a:t>
            </a:r>
            <a:r>
              <a:rPr lang="en-GB" dirty="0" err="1">
                <a:ea typeface="+mn-lt"/>
                <a:cs typeface="+mn-lt"/>
              </a:rPr>
              <a:t>l'oubli</a:t>
            </a:r>
            <a:r>
              <a:rPr lang="en-GB" dirty="0">
                <a:ea typeface="+mn-lt"/>
                <a:cs typeface="+mn-lt"/>
              </a:rPr>
              <a:t>).</a:t>
            </a:r>
            <a:endParaRPr lang="en-GB" dirty="0"/>
          </a:p>
          <a:p>
            <a:pPr marL="0" indent="0">
              <a:buNone/>
            </a:pPr>
            <a:r>
              <a:rPr lang="en-GB" b="1" dirty="0" err="1"/>
              <a:t>Mesures</a:t>
            </a:r>
            <a:r>
              <a:rPr lang="en-GB" b="1" dirty="0"/>
              <a:t> </a:t>
            </a:r>
            <a:r>
              <a:rPr lang="en-GB" b="1" dirty="0" err="1"/>
              <a:t>Sociales</a:t>
            </a:r>
            <a:r>
              <a:rPr lang="en-GB" b="1" dirty="0"/>
              <a:t> (</a:t>
            </a:r>
            <a:r>
              <a:rPr lang="en-GB" b="1" dirty="0" err="1"/>
              <a:t>Éthique</a:t>
            </a:r>
            <a:r>
              <a:rPr lang="en-GB" b="1" dirty="0"/>
              <a:t> &amp; </a:t>
            </a:r>
            <a:r>
              <a:rPr lang="en-GB" b="1" dirty="0" err="1"/>
              <a:t>Transparence</a:t>
            </a:r>
            <a:r>
              <a:rPr lang="en-GB" b="1" dirty="0"/>
              <a:t>)</a:t>
            </a:r>
          </a:p>
          <a:p>
            <a:pPr lvl="1">
              <a:lnSpc>
                <a:spcPct val="120000"/>
              </a:lnSpc>
            </a:pPr>
            <a:r>
              <a:rPr lang="en-GB" b="1" dirty="0">
                <a:ea typeface="+mn-lt"/>
                <a:cs typeface="+mn-lt"/>
              </a:rPr>
              <a:t>Matching </a:t>
            </a:r>
            <a:r>
              <a:rPr lang="en-GB" b="1" dirty="0" err="1">
                <a:ea typeface="+mn-lt"/>
                <a:cs typeface="+mn-lt"/>
              </a:rPr>
              <a:t>Déterministe</a:t>
            </a:r>
            <a:r>
              <a:rPr lang="en-GB" b="1" dirty="0">
                <a:ea typeface="+mn-lt"/>
                <a:cs typeface="+mn-lt"/>
              </a:rPr>
              <a:t> :</a:t>
            </a:r>
            <a:r>
              <a:rPr lang="en-GB" dirty="0">
                <a:ea typeface="+mn-lt"/>
                <a:cs typeface="+mn-lt"/>
              </a:rPr>
              <a:t> En </a:t>
            </a:r>
            <a:r>
              <a:rPr lang="en-GB" dirty="0" err="1">
                <a:ea typeface="+mn-lt"/>
                <a:cs typeface="+mn-lt"/>
              </a:rPr>
              <a:t>utilisant</a:t>
            </a:r>
            <a:r>
              <a:rPr lang="en-GB" dirty="0">
                <a:ea typeface="+mn-lt"/>
                <a:cs typeface="+mn-lt"/>
              </a:rPr>
              <a:t> un </a:t>
            </a:r>
            <a:r>
              <a:rPr lang="en-GB" dirty="0" err="1">
                <a:ea typeface="+mn-lt"/>
                <a:cs typeface="+mn-lt"/>
              </a:rPr>
              <a:t>algorithme</a:t>
            </a:r>
            <a:r>
              <a:rPr lang="en-GB" dirty="0">
                <a:ea typeface="+mn-lt"/>
                <a:cs typeface="+mn-lt"/>
              </a:rPr>
              <a:t> "fixe" pour le score final, vous </a:t>
            </a:r>
            <a:r>
              <a:rPr lang="en-GB" dirty="0" err="1">
                <a:ea typeface="+mn-lt"/>
                <a:cs typeface="+mn-lt"/>
              </a:rPr>
              <a:t>garantissez</a:t>
            </a:r>
            <a:r>
              <a:rPr lang="en-GB" dirty="0">
                <a:ea typeface="+mn-lt"/>
                <a:cs typeface="+mn-lt"/>
              </a:rPr>
              <a:t> </a:t>
            </a:r>
            <a:r>
              <a:rPr lang="en-GB" dirty="0" err="1">
                <a:ea typeface="+mn-lt"/>
                <a:cs typeface="+mn-lt"/>
              </a:rPr>
              <a:t>l'explicabilité</a:t>
            </a:r>
            <a:r>
              <a:rPr lang="en-GB" dirty="0">
                <a:ea typeface="+mn-lt"/>
                <a:cs typeface="+mn-lt"/>
              </a:rPr>
              <a:t>. On </a:t>
            </a:r>
            <a:r>
              <a:rPr lang="en-GB" dirty="0" err="1">
                <a:ea typeface="+mn-lt"/>
                <a:cs typeface="+mn-lt"/>
              </a:rPr>
              <a:t>peut</a:t>
            </a:r>
            <a:r>
              <a:rPr lang="en-GB" dirty="0">
                <a:ea typeface="+mn-lt"/>
                <a:cs typeface="+mn-lt"/>
              </a:rPr>
              <a:t> </a:t>
            </a:r>
            <a:r>
              <a:rPr lang="en-GB" dirty="0" err="1">
                <a:ea typeface="+mn-lt"/>
                <a:cs typeface="+mn-lt"/>
              </a:rPr>
              <a:t>expliquer</a:t>
            </a:r>
            <a:r>
              <a:rPr lang="en-GB" dirty="0">
                <a:ea typeface="+mn-lt"/>
                <a:cs typeface="+mn-lt"/>
              </a:rPr>
              <a:t> au </a:t>
            </a:r>
            <a:r>
              <a:rPr lang="en-GB" dirty="0" err="1">
                <a:ea typeface="+mn-lt"/>
                <a:cs typeface="+mn-lt"/>
              </a:rPr>
              <a:t>candidat</a:t>
            </a:r>
            <a:r>
              <a:rPr lang="en-GB" dirty="0">
                <a:ea typeface="+mn-lt"/>
                <a:cs typeface="+mn-lt"/>
              </a:rPr>
              <a:t> </a:t>
            </a:r>
            <a:r>
              <a:rPr lang="en-GB" i="1" dirty="0" err="1">
                <a:ea typeface="+mn-lt"/>
                <a:cs typeface="+mn-lt"/>
              </a:rPr>
              <a:t>pourquoi</a:t>
            </a:r>
            <a:r>
              <a:rPr lang="en-GB" dirty="0">
                <a:ea typeface="+mn-lt"/>
                <a:cs typeface="+mn-lt"/>
              </a:rPr>
              <a:t> il a </a:t>
            </a:r>
            <a:r>
              <a:rPr lang="en-GB" dirty="0" err="1">
                <a:ea typeface="+mn-lt"/>
                <a:cs typeface="+mn-lt"/>
              </a:rPr>
              <a:t>eu</a:t>
            </a:r>
            <a:r>
              <a:rPr lang="en-GB" dirty="0">
                <a:ea typeface="+mn-lt"/>
                <a:cs typeface="+mn-lt"/>
              </a:rPr>
              <a:t> 80% (ex: "Il vous manque la certification X").</a:t>
            </a:r>
            <a:endParaRPr lang="en-GB" dirty="0"/>
          </a:p>
          <a:p>
            <a:pPr lvl="1">
              <a:lnSpc>
                <a:spcPct val="120000"/>
              </a:lnSpc>
            </a:pPr>
            <a:r>
              <a:rPr lang="en-GB" b="1" dirty="0">
                <a:ea typeface="+mn-lt"/>
                <a:cs typeface="+mn-lt"/>
              </a:rPr>
              <a:t>Anonymisation </a:t>
            </a:r>
            <a:r>
              <a:rPr lang="en-GB" b="1" dirty="0" err="1">
                <a:ea typeface="+mn-lt"/>
                <a:cs typeface="+mn-lt"/>
              </a:rPr>
              <a:t>pré</a:t>
            </a:r>
            <a:r>
              <a:rPr lang="en-GB" b="1" dirty="0">
                <a:ea typeface="+mn-lt"/>
                <a:cs typeface="+mn-lt"/>
              </a:rPr>
              <a:t>-matching :</a:t>
            </a:r>
            <a:r>
              <a:rPr lang="en-GB" dirty="0">
                <a:ea typeface="+mn-lt"/>
                <a:cs typeface="+mn-lt"/>
              </a:rPr>
              <a:t> </a:t>
            </a:r>
            <a:r>
              <a:rPr lang="en-GB" dirty="0" err="1">
                <a:ea typeface="+mn-lt"/>
                <a:cs typeface="+mn-lt"/>
              </a:rPr>
              <a:t>Masquage</a:t>
            </a:r>
            <a:r>
              <a:rPr lang="en-GB" dirty="0">
                <a:ea typeface="+mn-lt"/>
                <a:cs typeface="+mn-lt"/>
              </a:rPr>
              <a:t> des données </a:t>
            </a:r>
            <a:r>
              <a:rPr lang="en-GB" dirty="0" err="1">
                <a:ea typeface="+mn-lt"/>
                <a:cs typeface="+mn-lt"/>
              </a:rPr>
              <a:t>sensibles</a:t>
            </a:r>
            <a:r>
              <a:rPr lang="en-GB" dirty="0">
                <a:ea typeface="+mn-lt"/>
                <a:cs typeface="+mn-lt"/>
              </a:rPr>
              <a:t> (nom, </a:t>
            </a:r>
            <a:r>
              <a:rPr lang="en-GB" dirty="0" err="1">
                <a:ea typeface="+mn-lt"/>
                <a:cs typeface="+mn-lt"/>
              </a:rPr>
              <a:t>âge</a:t>
            </a:r>
            <a:r>
              <a:rPr lang="en-GB" dirty="0">
                <a:ea typeface="+mn-lt"/>
                <a:cs typeface="+mn-lt"/>
              </a:rPr>
              <a:t>, photo) </a:t>
            </a:r>
            <a:r>
              <a:rPr lang="en-GB" dirty="0" err="1">
                <a:ea typeface="+mn-lt"/>
                <a:cs typeface="+mn-lt"/>
              </a:rPr>
              <a:t>lors</a:t>
            </a:r>
            <a:r>
              <a:rPr lang="en-GB" dirty="0">
                <a:ea typeface="+mn-lt"/>
                <a:cs typeface="+mn-lt"/>
              </a:rPr>
              <a:t> de </a:t>
            </a:r>
            <a:r>
              <a:rPr lang="en-GB" dirty="0" err="1">
                <a:ea typeface="+mn-lt"/>
                <a:cs typeface="+mn-lt"/>
              </a:rPr>
              <a:t>l'analyse</a:t>
            </a:r>
            <a:r>
              <a:rPr lang="en-GB" dirty="0">
                <a:ea typeface="+mn-lt"/>
                <a:cs typeface="+mn-lt"/>
              </a:rPr>
              <a:t> des </a:t>
            </a:r>
            <a:r>
              <a:rPr lang="en-GB" dirty="0" err="1">
                <a:ea typeface="+mn-lt"/>
                <a:cs typeface="+mn-lt"/>
              </a:rPr>
              <a:t>compétences</a:t>
            </a:r>
            <a:r>
              <a:rPr lang="en-GB" dirty="0">
                <a:ea typeface="+mn-lt"/>
                <a:cs typeface="+mn-lt"/>
              </a:rPr>
              <a:t> par </a:t>
            </a:r>
            <a:r>
              <a:rPr lang="en-GB" dirty="0" err="1">
                <a:ea typeface="+mn-lt"/>
                <a:cs typeface="+mn-lt"/>
              </a:rPr>
              <a:t>l'IA</a:t>
            </a:r>
            <a:r>
              <a:rPr lang="en-GB" dirty="0">
                <a:ea typeface="+mn-lt"/>
                <a:cs typeface="+mn-lt"/>
              </a:rPr>
              <a:t> pour </a:t>
            </a:r>
            <a:r>
              <a:rPr lang="en-GB" dirty="0" err="1">
                <a:ea typeface="+mn-lt"/>
                <a:cs typeface="+mn-lt"/>
              </a:rPr>
              <a:t>éviter</a:t>
            </a:r>
            <a:r>
              <a:rPr lang="en-GB" dirty="0">
                <a:ea typeface="+mn-lt"/>
                <a:cs typeface="+mn-lt"/>
              </a:rPr>
              <a:t> les </a:t>
            </a:r>
            <a:r>
              <a:rPr lang="en-GB" dirty="0" err="1">
                <a:ea typeface="+mn-lt"/>
                <a:cs typeface="+mn-lt"/>
              </a:rPr>
              <a:t>biais</a:t>
            </a:r>
            <a:r>
              <a:rPr lang="en-GB" dirty="0">
                <a:ea typeface="+mn-lt"/>
                <a:cs typeface="+mn-lt"/>
              </a:rPr>
              <a:t> </a:t>
            </a:r>
            <a:r>
              <a:rPr lang="en-GB" dirty="0" err="1">
                <a:ea typeface="+mn-lt"/>
                <a:cs typeface="+mn-lt"/>
              </a:rPr>
              <a:t>cognitifs</a:t>
            </a:r>
            <a:r>
              <a:rPr lang="en-GB" dirty="0">
                <a:ea typeface="+mn-lt"/>
                <a:cs typeface="+mn-lt"/>
              </a:rPr>
              <a:t>.</a:t>
            </a:r>
            <a:endParaRPr lang="en-GB" dirty="0"/>
          </a:p>
          <a:p>
            <a:pPr lvl="1">
              <a:lnSpc>
                <a:spcPct val="120000"/>
              </a:lnSpc>
            </a:pPr>
            <a:r>
              <a:rPr lang="en-GB" b="1" dirty="0">
                <a:ea typeface="+mn-lt"/>
                <a:cs typeface="+mn-lt"/>
              </a:rPr>
              <a:t>Human-in-the-loop :</a:t>
            </a:r>
            <a:r>
              <a:rPr lang="en-GB" dirty="0">
                <a:ea typeface="+mn-lt"/>
                <a:cs typeface="+mn-lt"/>
              </a:rPr>
              <a:t> </a:t>
            </a:r>
            <a:r>
              <a:rPr lang="en-GB" dirty="0" err="1">
                <a:ea typeface="+mn-lt"/>
                <a:cs typeface="+mn-lt"/>
              </a:rPr>
              <a:t>Permettre</a:t>
            </a:r>
            <a:r>
              <a:rPr lang="en-GB" dirty="0">
                <a:ea typeface="+mn-lt"/>
                <a:cs typeface="+mn-lt"/>
              </a:rPr>
              <a:t> au </a:t>
            </a:r>
            <a:r>
              <a:rPr lang="en-GB" dirty="0" err="1">
                <a:ea typeface="+mn-lt"/>
                <a:cs typeface="+mn-lt"/>
              </a:rPr>
              <a:t>candidat</a:t>
            </a:r>
            <a:r>
              <a:rPr lang="en-GB" dirty="0">
                <a:ea typeface="+mn-lt"/>
                <a:cs typeface="+mn-lt"/>
              </a:rPr>
              <a:t> de </a:t>
            </a:r>
            <a:r>
              <a:rPr lang="en-GB" dirty="0" err="1">
                <a:ea typeface="+mn-lt"/>
                <a:cs typeface="+mn-lt"/>
              </a:rPr>
              <a:t>corriger</a:t>
            </a:r>
            <a:r>
              <a:rPr lang="en-GB" dirty="0">
                <a:ea typeface="+mn-lt"/>
                <a:cs typeface="+mn-lt"/>
              </a:rPr>
              <a:t> les </a:t>
            </a:r>
            <a:r>
              <a:rPr lang="en-GB" dirty="0" err="1">
                <a:ea typeface="+mn-lt"/>
                <a:cs typeface="+mn-lt"/>
              </a:rPr>
              <a:t>compétences</a:t>
            </a:r>
            <a:r>
              <a:rPr lang="en-GB" dirty="0">
                <a:ea typeface="+mn-lt"/>
                <a:cs typeface="+mn-lt"/>
              </a:rPr>
              <a:t> </a:t>
            </a:r>
            <a:r>
              <a:rPr lang="en-GB" dirty="0" err="1">
                <a:ea typeface="+mn-lt"/>
                <a:cs typeface="+mn-lt"/>
              </a:rPr>
              <a:t>listées</a:t>
            </a:r>
            <a:r>
              <a:rPr lang="en-GB" dirty="0">
                <a:ea typeface="+mn-lt"/>
                <a:cs typeface="+mn-lt"/>
              </a:rPr>
              <a:t> par </a:t>
            </a:r>
            <a:r>
              <a:rPr lang="en-GB" dirty="0" err="1">
                <a:ea typeface="+mn-lt"/>
                <a:cs typeface="+mn-lt"/>
              </a:rPr>
              <a:t>l'IA</a:t>
            </a:r>
            <a:r>
              <a:rPr lang="en-GB" dirty="0">
                <a:ea typeface="+mn-lt"/>
                <a:cs typeface="+mn-lt"/>
              </a:rPr>
              <a:t> avant </a:t>
            </a:r>
            <a:r>
              <a:rPr lang="en-GB" dirty="0" err="1">
                <a:ea typeface="+mn-lt"/>
                <a:cs typeface="+mn-lt"/>
              </a:rPr>
              <a:t>qu'elles</a:t>
            </a:r>
            <a:r>
              <a:rPr lang="en-GB" dirty="0">
                <a:ea typeface="+mn-lt"/>
                <a:cs typeface="+mn-lt"/>
              </a:rPr>
              <a:t> ne </a:t>
            </a:r>
            <a:r>
              <a:rPr lang="en-GB" dirty="0" err="1">
                <a:ea typeface="+mn-lt"/>
                <a:cs typeface="+mn-lt"/>
              </a:rPr>
              <a:t>soient</a:t>
            </a:r>
            <a:r>
              <a:rPr lang="en-GB" dirty="0">
                <a:ea typeface="+mn-lt"/>
                <a:cs typeface="+mn-lt"/>
              </a:rPr>
              <a:t> </a:t>
            </a:r>
            <a:r>
              <a:rPr lang="en-GB" dirty="0" err="1">
                <a:ea typeface="+mn-lt"/>
                <a:cs typeface="+mn-lt"/>
              </a:rPr>
              <a:t>envoyées</a:t>
            </a:r>
            <a:r>
              <a:rPr lang="en-GB" dirty="0">
                <a:ea typeface="+mn-lt"/>
                <a:cs typeface="+mn-lt"/>
              </a:rPr>
              <a:t> à </a:t>
            </a:r>
            <a:r>
              <a:rPr lang="en-GB" dirty="0" err="1">
                <a:ea typeface="+mn-lt"/>
                <a:cs typeface="+mn-lt"/>
              </a:rPr>
              <a:t>l'algorithme</a:t>
            </a:r>
            <a:r>
              <a:rPr lang="en-GB" dirty="0">
                <a:ea typeface="+mn-lt"/>
                <a:cs typeface="+mn-lt"/>
              </a:rPr>
              <a:t> de matching</a:t>
            </a:r>
            <a:endParaRPr lang="en-GB" dirty="0"/>
          </a:p>
          <a:p>
            <a:endParaRPr lang="en-GB" dirty="0"/>
          </a:p>
        </p:txBody>
      </p:sp>
      <p:sp>
        <p:nvSpPr>
          <p:cNvPr id="4" name="Slide Number Placeholder 3">
            <a:extLst>
              <a:ext uri="{FF2B5EF4-FFF2-40B4-BE49-F238E27FC236}">
                <a16:creationId xmlns:a16="http://schemas.microsoft.com/office/drawing/2014/main" id="{3996FC1C-D3AA-E948-0805-B8E33ECFF9E2}"/>
              </a:ext>
            </a:extLst>
          </p:cNvPr>
          <p:cNvSpPr>
            <a:spLocks noGrp="1"/>
          </p:cNvSpPr>
          <p:nvPr>
            <p:ph type="sldNum" sz="quarter" idx="12"/>
          </p:nvPr>
        </p:nvSpPr>
        <p:spPr/>
        <p:txBody>
          <a:bodyPr/>
          <a:lstStyle/>
          <a:p>
            <a:fld id="{D8330167-9ACD-4CBA-BC3C-461396547B0B}" type="slidenum">
              <a:rPr lang="fr-FR" smtClean="0"/>
              <a:t>23</a:t>
            </a:fld>
            <a:endParaRPr lang="fr-FR"/>
          </a:p>
        </p:txBody>
      </p:sp>
    </p:spTree>
    <p:extLst>
      <p:ext uri="{BB962C8B-B14F-4D97-AF65-F5344CB8AC3E}">
        <p14:creationId xmlns:p14="http://schemas.microsoft.com/office/powerpoint/2010/main" val="2585629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06B3A-D095-C19F-9026-8F4C7CB5D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2A116-9828-20F0-CF67-073A81C2AA10}"/>
              </a:ext>
            </a:extLst>
          </p:cNvPr>
          <p:cNvSpPr>
            <a:spLocks noGrp="1"/>
          </p:cNvSpPr>
          <p:nvPr>
            <p:ph type="title"/>
          </p:nvPr>
        </p:nvSpPr>
        <p:spPr/>
        <p:txBody>
          <a:bodyPr/>
          <a:lstStyle/>
          <a:p>
            <a:r>
              <a:rPr lang="fr-FR" b="1"/>
              <a:t>Plan mitigation des risques</a:t>
            </a:r>
          </a:p>
        </p:txBody>
      </p:sp>
      <p:graphicFrame>
        <p:nvGraphicFramePr>
          <p:cNvPr id="6" name="Content Placeholder 5">
            <a:extLst>
              <a:ext uri="{FF2B5EF4-FFF2-40B4-BE49-F238E27FC236}">
                <a16:creationId xmlns:a16="http://schemas.microsoft.com/office/drawing/2014/main" id="{A0466CC4-CD35-959B-B52E-B0A6ADA3486C}"/>
              </a:ext>
            </a:extLst>
          </p:cNvPr>
          <p:cNvGraphicFramePr>
            <a:graphicFrameLocks noGrp="1"/>
          </p:cNvGraphicFramePr>
          <p:nvPr>
            <p:ph idx="1"/>
            <p:extLst>
              <p:ext uri="{D42A27DB-BD31-4B8C-83A1-F6EECF244321}">
                <p14:modId xmlns:p14="http://schemas.microsoft.com/office/powerpoint/2010/main" val="3121734998"/>
              </p:ext>
            </p:extLst>
          </p:nvPr>
        </p:nvGraphicFramePr>
        <p:xfrm>
          <a:off x="838200" y="1690688"/>
          <a:ext cx="10515600" cy="4358865"/>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647485578"/>
                    </a:ext>
                  </a:extLst>
                </a:gridCol>
                <a:gridCol w="1586682">
                  <a:extLst>
                    <a:ext uri="{9D8B030D-6E8A-4147-A177-3AD203B41FA5}">
                      <a16:colId xmlns:a16="http://schemas.microsoft.com/office/drawing/2014/main" val="2822768824"/>
                    </a:ext>
                  </a:extLst>
                </a:gridCol>
                <a:gridCol w="2290916">
                  <a:extLst>
                    <a:ext uri="{9D8B030D-6E8A-4147-A177-3AD203B41FA5}">
                      <a16:colId xmlns:a16="http://schemas.microsoft.com/office/drawing/2014/main" val="4179177075"/>
                    </a:ext>
                  </a:extLst>
                </a:gridCol>
                <a:gridCol w="4009102">
                  <a:extLst>
                    <a:ext uri="{9D8B030D-6E8A-4147-A177-3AD203B41FA5}">
                      <a16:colId xmlns:a16="http://schemas.microsoft.com/office/drawing/2014/main" val="450725563"/>
                    </a:ext>
                  </a:extLst>
                </a:gridCol>
              </a:tblGrid>
              <a:tr h="300081">
                <a:tc>
                  <a:txBody>
                    <a:bodyPr/>
                    <a:lstStyle/>
                    <a:p>
                      <a:r>
                        <a:rPr lang="fr-FR"/>
                        <a:t>Description</a:t>
                      </a:r>
                    </a:p>
                  </a:txBody>
                  <a:tcPr/>
                </a:tc>
                <a:tc>
                  <a:txBody>
                    <a:bodyPr/>
                    <a:lstStyle/>
                    <a:p>
                      <a:r>
                        <a:rPr lang="fr-FR"/>
                        <a:t>Criticité</a:t>
                      </a:r>
                    </a:p>
                  </a:txBody>
                  <a:tcPr/>
                </a:tc>
                <a:tc>
                  <a:txBody>
                    <a:bodyPr/>
                    <a:lstStyle/>
                    <a:p>
                      <a:r>
                        <a:rPr lang="fr-FR"/>
                        <a:t>Prévention</a:t>
                      </a:r>
                    </a:p>
                  </a:txBody>
                  <a:tcPr/>
                </a:tc>
                <a:tc>
                  <a:txBody>
                    <a:bodyPr/>
                    <a:lstStyle/>
                    <a:p>
                      <a:r>
                        <a:rPr lang="fr-FR"/>
                        <a:t>Réparation</a:t>
                      </a:r>
                    </a:p>
                  </a:txBody>
                  <a:tcPr/>
                </a:tc>
                <a:extLst>
                  <a:ext uri="{0D108BD9-81ED-4DB2-BD59-A6C34878D82A}">
                    <a16:rowId xmlns:a16="http://schemas.microsoft.com/office/drawing/2014/main" val="1287952232"/>
                  </a:ext>
                </a:extLst>
              </a:tr>
              <a:tr h="961905">
                <a:tc>
                  <a:txBody>
                    <a:bodyPr/>
                    <a:lstStyle/>
                    <a:p>
                      <a:r>
                        <a:rPr lang="fr-FR"/>
                        <a:t>Le LLM ne fonctionne pas</a:t>
                      </a:r>
                    </a:p>
                  </a:txBody>
                  <a:tcPr/>
                </a:tc>
                <a:tc>
                  <a:txBody>
                    <a:bodyPr/>
                    <a:lstStyle/>
                    <a:p>
                      <a:r>
                        <a:rPr lang="fr-FR" dirty="0"/>
                        <a:t>4</a:t>
                      </a:r>
                    </a:p>
                  </a:txBody>
                  <a:tcPr/>
                </a:tc>
                <a:tc>
                  <a:txBody>
                    <a:bodyPr/>
                    <a:lstStyle/>
                    <a:p>
                      <a:r>
                        <a:rPr lang="fr-FR"/>
                        <a:t>Possibilité de désactiver les fonctionnalités IA</a:t>
                      </a:r>
                    </a:p>
                  </a:txBody>
                  <a:tcPr/>
                </a:tc>
                <a:tc>
                  <a:txBody>
                    <a:bodyPr/>
                    <a:lstStyle/>
                    <a:p>
                      <a:r>
                        <a:rPr lang="fr-FR" dirty="0"/>
                        <a:t>Utiliser un autre LLM ou laisser les fonctionnalités IA désactivées</a:t>
                      </a:r>
                    </a:p>
                  </a:txBody>
                  <a:tcPr/>
                </a:tc>
                <a:extLst>
                  <a:ext uri="{0D108BD9-81ED-4DB2-BD59-A6C34878D82A}">
                    <a16:rowId xmlns:a16="http://schemas.microsoft.com/office/drawing/2014/main" val="2214233067"/>
                  </a:ext>
                </a:extLst>
              </a:tr>
              <a:tr h="566479">
                <a:tc>
                  <a:txBody>
                    <a:bodyPr/>
                    <a:lstStyle/>
                    <a:p>
                      <a:r>
                        <a:rPr lang="fr-FR"/>
                        <a:t>Le serveur IA ne fonctionne pas</a:t>
                      </a:r>
                    </a:p>
                  </a:txBody>
                  <a:tcPr/>
                </a:tc>
                <a:tc>
                  <a:txBody>
                    <a:bodyPr/>
                    <a:lstStyle/>
                    <a:p>
                      <a:r>
                        <a:rPr lang="fr-FR"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Possibilité de désactiver les fonctionnalités IA</a:t>
                      </a:r>
                    </a:p>
                  </a:txBody>
                  <a:tcPr/>
                </a:tc>
                <a:tc>
                  <a:txBody>
                    <a:bodyPr/>
                    <a:lstStyle/>
                    <a:p>
                      <a:r>
                        <a:rPr lang="fr-FR"/>
                        <a:t>Désactiver les fonctionnalités IA, sauf si on a un second serveur</a:t>
                      </a:r>
                    </a:p>
                  </a:txBody>
                  <a:tcPr/>
                </a:tc>
                <a:extLst>
                  <a:ext uri="{0D108BD9-81ED-4DB2-BD59-A6C34878D82A}">
                    <a16:rowId xmlns:a16="http://schemas.microsoft.com/office/drawing/2014/main" val="3254136537"/>
                  </a:ext>
                </a:extLst>
              </a:tr>
              <a:tr h="1202400">
                <a:tc>
                  <a:txBody>
                    <a:bodyPr/>
                    <a:lstStyle/>
                    <a:p>
                      <a:r>
                        <a:rPr lang="fr-FR"/>
                        <a:t>Conflits dans le code</a:t>
                      </a:r>
                    </a:p>
                  </a:txBody>
                  <a:tcPr/>
                </a:tc>
                <a:tc>
                  <a:txBody>
                    <a:bodyPr/>
                    <a:lstStyle/>
                    <a:p>
                      <a:r>
                        <a:rPr lang="fr-FR" dirty="0"/>
                        <a:t>9</a:t>
                      </a:r>
                    </a:p>
                  </a:txBody>
                  <a:tcPr/>
                </a:tc>
                <a:tc>
                  <a:txBody>
                    <a:bodyPr/>
                    <a:lstStyle/>
                    <a:p>
                      <a:r>
                        <a:rPr lang="fr-FR" dirty="0"/>
                        <a:t>Mettre en place les bonnes pratiques de développement et de travail collaboratif</a:t>
                      </a:r>
                    </a:p>
                  </a:txBody>
                  <a:tcPr/>
                </a:tc>
                <a:tc>
                  <a:txBody>
                    <a:bodyPr/>
                    <a:lstStyle/>
                    <a:p>
                      <a:r>
                        <a:rPr lang="fr-FR"/>
                        <a:t>Avec Git, il est possible de revenir en arrière, d’écraser les derniers changements pour revenir à une version stable / fonctionnelle</a:t>
                      </a:r>
                    </a:p>
                  </a:txBody>
                  <a:tcPr/>
                </a:tc>
                <a:extLst>
                  <a:ext uri="{0D108BD9-81ED-4DB2-BD59-A6C34878D82A}">
                    <a16:rowId xmlns:a16="http://schemas.microsoft.com/office/drawing/2014/main" val="1190511169"/>
                  </a:ext>
                </a:extLst>
              </a:tr>
              <a:tr h="300081">
                <a:tc>
                  <a:txBody>
                    <a:bodyPr/>
                    <a:lstStyle/>
                    <a:p>
                      <a:r>
                        <a:rPr lang="fr-FR" dirty="0"/>
                        <a:t>Changement du périmètre fonctionnel</a:t>
                      </a:r>
                    </a:p>
                  </a:txBody>
                  <a:tcPr/>
                </a:tc>
                <a:tc>
                  <a:txBody>
                    <a:bodyPr/>
                    <a:lstStyle/>
                    <a:p>
                      <a:r>
                        <a:rPr lang="fr-FR" dirty="0"/>
                        <a:t>12</a:t>
                      </a:r>
                    </a:p>
                  </a:txBody>
                  <a:tcPr/>
                </a:tc>
                <a:tc>
                  <a:txBody>
                    <a:bodyPr/>
                    <a:lstStyle/>
                    <a:p>
                      <a:r>
                        <a:rPr lang="fr-FR" dirty="0"/>
                        <a:t>Comprendre les besoins du client et les implicites</a:t>
                      </a:r>
                    </a:p>
                  </a:txBody>
                  <a:tcPr/>
                </a:tc>
                <a:tc>
                  <a:txBody>
                    <a:bodyPr/>
                    <a:lstStyle/>
                    <a:p>
                      <a:r>
                        <a:rPr lang="fr-FR" dirty="0"/>
                        <a:t>Redéfinir les fonctionnalités voulues, les trier par ordre de priorité</a:t>
                      </a:r>
                    </a:p>
                  </a:txBody>
                  <a:tcPr/>
                </a:tc>
                <a:extLst>
                  <a:ext uri="{0D108BD9-81ED-4DB2-BD59-A6C34878D82A}">
                    <a16:rowId xmlns:a16="http://schemas.microsoft.com/office/drawing/2014/main" val="3999705281"/>
                  </a:ext>
                </a:extLst>
              </a:tr>
            </a:tbl>
          </a:graphicData>
        </a:graphic>
      </p:graphicFrame>
      <p:sp>
        <p:nvSpPr>
          <p:cNvPr id="4" name="Slide Number Placeholder 3">
            <a:extLst>
              <a:ext uri="{FF2B5EF4-FFF2-40B4-BE49-F238E27FC236}">
                <a16:creationId xmlns:a16="http://schemas.microsoft.com/office/drawing/2014/main" id="{85E28E3E-9C8D-50DE-9E43-AB841637A456}"/>
              </a:ext>
            </a:extLst>
          </p:cNvPr>
          <p:cNvSpPr>
            <a:spLocks noGrp="1"/>
          </p:cNvSpPr>
          <p:nvPr>
            <p:ph type="sldNum" sz="quarter" idx="12"/>
          </p:nvPr>
        </p:nvSpPr>
        <p:spPr/>
        <p:txBody>
          <a:bodyPr/>
          <a:lstStyle/>
          <a:p>
            <a:fld id="{D8330167-9ACD-4CBA-BC3C-461396547B0B}" type="slidenum">
              <a:rPr lang="fr-FR" smtClean="0"/>
              <a:t>24</a:t>
            </a:fld>
            <a:endParaRPr lang="fr-FR"/>
          </a:p>
        </p:txBody>
      </p:sp>
    </p:spTree>
    <p:extLst>
      <p:ext uri="{BB962C8B-B14F-4D97-AF65-F5344CB8AC3E}">
        <p14:creationId xmlns:p14="http://schemas.microsoft.com/office/powerpoint/2010/main" val="169708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1731-18F1-0404-009A-BFDBA04D8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6C2A3-7C52-D405-7497-D7550D358C27}"/>
              </a:ext>
            </a:extLst>
          </p:cNvPr>
          <p:cNvSpPr>
            <a:spLocks noGrp="1"/>
          </p:cNvSpPr>
          <p:nvPr>
            <p:ph type="title"/>
          </p:nvPr>
        </p:nvSpPr>
        <p:spPr/>
        <p:txBody>
          <a:bodyPr/>
          <a:lstStyle/>
          <a:p>
            <a:r>
              <a:rPr lang="fr-FR" b="1"/>
              <a:t>Compétence INFO</a:t>
            </a:r>
          </a:p>
        </p:txBody>
      </p:sp>
      <p:sp>
        <p:nvSpPr>
          <p:cNvPr id="4" name="Slide Number Placeholder 3">
            <a:extLst>
              <a:ext uri="{FF2B5EF4-FFF2-40B4-BE49-F238E27FC236}">
                <a16:creationId xmlns:a16="http://schemas.microsoft.com/office/drawing/2014/main" id="{E4CEC75E-8E1D-4C8B-F555-39E5DE40E8C1}"/>
              </a:ext>
            </a:extLst>
          </p:cNvPr>
          <p:cNvSpPr>
            <a:spLocks noGrp="1"/>
          </p:cNvSpPr>
          <p:nvPr>
            <p:ph type="sldNum" sz="quarter" idx="12"/>
          </p:nvPr>
        </p:nvSpPr>
        <p:spPr/>
        <p:txBody>
          <a:bodyPr/>
          <a:lstStyle/>
          <a:p>
            <a:fld id="{D8330167-9ACD-4CBA-BC3C-461396547B0B}" type="slidenum">
              <a:rPr lang="fr-FR" smtClean="0"/>
              <a:t>25</a:t>
            </a:fld>
            <a:endParaRPr lang="fr-FR"/>
          </a:p>
        </p:txBody>
      </p:sp>
      <p:pic>
        <p:nvPicPr>
          <p:cNvPr id="5" name="Picture 4">
            <a:extLst>
              <a:ext uri="{FF2B5EF4-FFF2-40B4-BE49-F238E27FC236}">
                <a16:creationId xmlns:a16="http://schemas.microsoft.com/office/drawing/2014/main" id="{4D743055-A46A-954F-FC64-CAC328FCE152}"/>
              </a:ext>
            </a:extLst>
          </p:cNvPr>
          <p:cNvPicPr>
            <a:picLocks noChangeAspect="1"/>
          </p:cNvPicPr>
          <p:nvPr/>
        </p:nvPicPr>
        <p:blipFill rotWithShape="1">
          <a:blip r:embed="rId2">
            <a:extLst>
              <a:ext uri="{28A0092B-C50C-407E-A947-70E740481C1C}">
                <a14:useLocalDpi xmlns:a14="http://schemas.microsoft.com/office/drawing/2010/main" val="0"/>
              </a:ext>
            </a:extLst>
          </a:blip>
          <a:srcRect b="75920"/>
          <a:stretch>
            <a:fillRect/>
          </a:stretch>
        </p:blipFill>
        <p:spPr bwMode="auto">
          <a:xfrm>
            <a:off x="231384" y="2711895"/>
            <a:ext cx="11729231" cy="188686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87693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E3307-2EDE-5BFB-433D-9359E9917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2ABD9-A425-97C9-B706-794DBB4A2FC6}"/>
              </a:ext>
            </a:extLst>
          </p:cNvPr>
          <p:cNvSpPr>
            <a:spLocks noGrp="1"/>
          </p:cNvSpPr>
          <p:nvPr>
            <p:ph type="title"/>
          </p:nvPr>
        </p:nvSpPr>
        <p:spPr/>
        <p:txBody>
          <a:bodyPr/>
          <a:lstStyle/>
          <a:p>
            <a:r>
              <a:rPr lang="fr-FR" b="1"/>
              <a:t>Compétence INFO - Preuves</a:t>
            </a:r>
          </a:p>
        </p:txBody>
      </p:sp>
      <p:sp>
        <p:nvSpPr>
          <p:cNvPr id="4" name="Slide Number Placeholder 3">
            <a:extLst>
              <a:ext uri="{FF2B5EF4-FFF2-40B4-BE49-F238E27FC236}">
                <a16:creationId xmlns:a16="http://schemas.microsoft.com/office/drawing/2014/main" id="{83E6F0FD-5558-8D2B-D400-07B81F881152}"/>
              </a:ext>
            </a:extLst>
          </p:cNvPr>
          <p:cNvSpPr>
            <a:spLocks noGrp="1"/>
          </p:cNvSpPr>
          <p:nvPr>
            <p:ph type="sldNum" sz="quarter" idx="12"/>
          </p:nvPr>
        </p:nvSpPr>
        <p:spPr/>
        <p:txBody>
          <a:bodyPr/>
          <a:lstStyle/>
          <a:p>
            <a:fld id="{D8330167-9ACD-4CBA-BC3C-461396547B0B}" type="slidenum">
              <a:rPr lang="fr-FR" smtClean="0"/>
              <a:t>26</a:t>
            </a:fld>
            <a:endParaRPr lang="fr-FR"/>
          </a:p>
        </p:txBody>
      </p:sp>
      <p:pic>
        <p:nvPicPr>
          <p:cNvPr id="9" name="Picture 8">
            <a:extLst>
              <a:ext uri="{FF2B5EF4-FFF2-40B4-BE49-F238E27FC236}">
                <a16:creationId xmlns:a16="http://schemas.microsoft.com/office/drawing/2014/main" id="{E23894FF-2AB6-272F-C2FD-0E7670E67F05}"/>
              </a:ext>
            </a:extLst>
          </p:cNvPr>
          <p:cNvPicPr>
            <a:picLocks noChangeAspect="1"/>
          </p:cNvPicPr>
          <p:nvPr/>
        </p:nvPicPr>
        <p:blipFill>
          <a:blip r:embed="rId2"/>
          <a:stretch>
            <a:fillRect/>
          </a:stretch>
        </p:blipFill>
        <p:spPr>
          <a:xfrm>
            <a:off x="1934625" y="1893785"/>
            <a:ext cx="8322750" cy="3904113"/>
          </a:xfrm>
          <a:prstGeom prst="rect">
            <a:avLst/>
          </a:prstGeom>
        </p:spPr>
      </p:pic>
      <p:sp>
        <p:nvSpPr>
          <p:cNvPr id="11" name="TextBox 10">
            <a:extLst>
              <a:ext uri="{FF2B5EF4-FFF2-40B4-BE49-F238E27FC236}">
                <a16:creationId xmlns:a16="http://schemas.microsoft.com/office/drawing/2014/main" id="{D746C655-6910-34DE-D95A-0EF70C8FB856}"/>
              </a:ext>
            </a:extLst>
          </p:cNvPr>
          <p:cNvSpPr txBox="1"/>
          <p:nvPr/>
        </p:nvSpPr>
        <p:spPr>
          <a:xfrm>
            <a:off x="3048838" y="6000995"/>
            <a:ext cx="6094324" cy="395173"/>
          </a:xfrm>
          <a:prstGeom prst="rect">
            <a:avLst/>
          </a:prstGeom>
          <a:noFill/>
        </p:spPr>
        <p:txBody>
          <a:bodyPr wrap="square">
            <a:spAutoFit/>
          </a:bodyPr>
          <a:lstStyle/>
          <a:p>
            <a:pPr marL="0" marR="0" algn="ctr">
              <a:lnSpc>
                <a:spcPct val="115000"/>
              </a:lnSpc>
              <a:spcAft>
                <a:spcPts val="800"/>
              </a:spcAft>
              <a:buNone/>
            </a:pPr>
            <a:r>
              <a:rPr lang="fr-FR" sz="1800" kern="100">
                <a:effectLst/>
                <a:latin typeface="Aptos" panose="020B0004020202020204" pitchFamily="34" charset="0"/>
                <a:ea typeface="Aptos" panose="020B0004020202020204" pitchFamily="34" charset="0"/>
                <a:cs typeface="Arial" panose="020B0604020202020204" pitchFamily="34" charset="0"/>
              </a:rPr>
              <a:t>Planification </a:t>
            </a:r>
            <a:r>
              <a:rPr lang="fr-FR" sz="1800" kern="100" err="1">
                <a:effectLst/>
                <a:latin typeface="Aptos" panose="020B0004020202020204" pitchFamily="34" charset="0"/>
                <a:ea typeface="Aptos" panose="020B0004020202020204" pitchFamily="34" charset="0"/>
                <a:cs typeface="Arial" panose="020B0604020202020204" pitchFamily="34" charset="0"/>
              </a:rPr>
              <a:t>daily</a:t>
            </a:r>
            <a:r>
              <a:rPr lang="fr-FR" sz="1800" kern="100">
                <a:effectLst/>
                <a:latin typeface="Aptos" panose="020B0004020202020204" pitchFamily="34" charset="0"/>
                <a:ea typeface="Aptos" panose="020B0004020202020204" pitchFamily="34" charset="0"/>
                <a:cs typeface="Arial" panose="020B0604020202020204" pitchFamily="34" charset="0"/>
              </a:rPr>
              <a:t> / </a:t>
            </a:r>
            <a:r>
              <a:rPr lang="fr-FR" sz="1800" kern="100" err="1">
                <a:effectLst/>
                <a:latin typeface="Aptos" panose="020B0004020202020204" pitchFamily="34" charset="0"/>
                <a:ea typeface="Aptos" panose="020B0004020202020204" pitchFamily="34" charset="0"/>
                <a:cs typeface="Arial" panose="020B0604020202020204" pitchFamily="34" charset="0"/>
              </a:rPr>
              <a:t>weekly</a:t>
            </a:r>
            <a:r>
              <a:rPr lang="fr-FR" sz="1800" kern="100">
                <a:effectLst/>
                <a:latin typeface="Aptos" panose="020B0004020202020204" pitchFamily="34" charset="0"/>
                <a:ea typeface="Aptos" panose="020B0004020202020204" pitchFamily="34" charset="0"/>
                <a:cs typeface="Arial" panose="020B0604020202020204" pitchFamily="34" charset="0"/>
              </a:rPr>
              <a:t> + réunion(s) supplémentaire(s)</a:t>
            </a:r>
            <a:endParaRPr lang="en-CH" sz="1800" kern="10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878439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939E3-22B2-AE4D-D96E-5562B1E9C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C5F85-FF15-7893-DB27-B6EB8A2C7BB1}"/>
              </a:ext>
            </a:extLst>
          </p:cNvPr>
          <p:cNvSpPr>
            <a:spLocks noGrp="1"/>
          </p:cNvSpPr>
          <p:nvPr>
            <p:ph type="title"/>
          </p:nvPr>
        </p:nvSpPr>
        <p:spPr/>
        <p:txBody>
          <a:bodyPr/>
          <a:lstStyle/>
          <a:p>
            <a:r>
              <a:rPr lang="fr-FR" b="1"/>
              <a:t>Compétence INFO - Preuves</a:t>
            </a:r>
          </a:p>
        </p:txBody>
      </p:sp>
      <p:sp>
        <p:nvSpPr>
          <p:cNvPr id="4" name="Slide Number Placeholder 3">
            <a:extLst>
              <a:ext uri="{FF2B5EF4-FFF2-40B4-BE49-F238E27FC236}">
                <a16:creationId xmlns:a16="http://schemas.microsoft.com/office/drawing/2014/main" id="{590EE5E4-D013-9079-99C9-D8BFC07D79E5}"/>
              </a:ext>
            </a:extLst>
          </p:cNvPr>
          <p:cNvSpPr>
            <a:spLocks noGrp="1"/>
          </p:cNvSpPr>
          <p:nvPr>
            <p:ph type="sldNum" sz="quarter" idx="12"/>
          </p:nvPr>
        </p:nvSpPr>
        <p:spPr/>
        <p:txBody>
          <a:bodyPr/>
          <a:lstStyle/>
          <a:p>
            <a:fld id="{D8330167-9ACD-4CBA-BC3C-461396547B0B}" type="slidenum">
              <a:rPr lang="fr-FR" smtClean="0"/>
              <a:t>27</a:t>
            </a:fld>
            <a:endParaRPr lang="fr-FR"/>
          </a:p>
        </p:txBody>
      </p:sp>
      <p:pic>
        <p:nvPicPr>
          <p:cNvPr id="3" name="Picture 2">
            <a:extLst>
              <a:ext uri="{FF2B5EF4-FFF2-40B4-BE49-F238E27FC236}">
                <a16:creationId xmlns:a16="http://schemas.microsoft.com/office/drawing/2014/main" id="{5663E0AE-4FE2-F124-EB06-F72684D5F939}"/>
              </a:ext>
            </a:extLst>
          </p:cNvPr>
          <p:cNvPicPr>
            <a:picLocks noChangeAspect="1"/>
          </p:cNvPicPr>
          <p:nvPr/>
        </p:nvPicPr>
        <p:blipFill>
          <a:blip r:embed="rId2"/>
          <a:stretch>
            <a:fillRect/>
          </a:stretch>
        </p:blipFill>
        <p:spPr>
          <a:xfrm>
            <a:off x="2023905" y="1422440"/>
            <a:ext cx="2819400" cy="5202159"/>
          </a:xfrm>
          <a:prstGeom prst="rect">
            <a:avLst/>
          </a:prstGeom>
        </p:spPr>
      </p:pic>
      <p:sp>
        <p:nvSpPr>
          <p:cNvPr id="6" name="TextBox 5">
            <a:extLst>
              <a:ext uri="{FF2B5EF4-FFF2-40B4-BE49-F238E27FC236}">
                <a16:creationId xmlns:a16="http://schemas.microsoft.com/office/drawing/2014/main" id="{CBBC45D8-1B9F-6615-4466-4412C6381486}"/>
              </a:ext>
            </a:extLst>
          </p:cNvPr>
          <p:cNvSpPr txBox="1"/>
          <p:nvPr/>
        </p:nvSpPr>
        <p:spPr>
          <a:xfrm>
            <a:off x="5151267" y="3429000"/>
            <a:ext cx="4169714" cy="713722"/>
          </a:xfrm>
          <a:prstGeom prst="rect">
            <a:avLst/>
          </a:prstGeom>
          <a:noFill/>
        </p:spPr>
        <p:txBody>
          <a:bodyPr wrap="square">
            <a:spAutoFit/>
          </a:bodyPr>
          <a:lstStyle/>
          <a:p>
            <a:pPr marL="0" marR="0" algn="ctr">
              <a:lnSpc>
                <a:spcPct val="115000"/>
              </a:lnSpc>
              <a:spcAft>
                <a:spcPts val="800"/>
              </a:spcAft>
              <a:buNone/>
            </a:pPr>
            <a:r>
              <a:rPr lang="fr-FR" sz="1800" kern="100">
                <a:effectLst/>
                <a:latin typeface="Aptos" panose="020B0004020202020204" pitchFamily="34" charset="0"/>
                <a:ea typeface="Aptos" panose="020B0004020202020204" pitchFamily="34" charset="0"/>
                <a:cs typeface="Arial" panose="020B0604020202020204" pitchFamily="34" charset="0"/>
              </a:rPr>
              <a:t>Communication et collaboration efficace avec l’équipe distante</a:t>
            </a:r>
            <a:endParaRPr lang="en-CH" sz="1800" kern="10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369284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8CC79-E71D-CC74-D4CC-30E5185C7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1556D-FE54-EAE5-7D45-4CDCAB57AA86}"/>
              </a:ext>
            </a:extLst>
          </p:cNvPr>
          <p:cNvSpPr>
            <a:spLocks noGrp="1"/>
          </p:cNvSpPr>
          <p:nvPr>
            <p:ph type="title"/>
          </p:nvPr>
        </p:nvSpPr>
        <p:spPr/>
        <p:txBody>
          <a:bodyPr/>
          <a:lstStyle/>
          <a:p>
            <a:r>
              <a:rPr lang="fr-FR" b="1"/>
              <a:t>Compétence INFO - Preuves</a:t>
            </a:r>
          </a:p>
        </p:txBody>
      </p:sp>
      <p:sp>
        <p:nvSpPr>
          <p:cNvPr id="4" name="Slide Number Placeholder 3">
            <a:extLst>
              <a:ext uri="{FF2B5EF4-FFF2-40B4-BE49-F238E27FC236}">
                <a16:creationId xmlns:a16="http://schemas.microsoft.com/office/drawing/2014/main" id="{335341C1-F68E-D5D8-19CA-5D7CB3A8ECEB}"/>
              </a:ext>
            </a:extLst>
          </p:cNvPr>
          <p:cNvSpPr>
            <a:spLocks noGrp="1"/>
          </p:cNvSpPr>
          <p:nvPr>
            <p:ph type="sldNum" sz="quarter" idx="12"/>
          </p:nvPr>
        </p:nvSpPr>
        <p:spPr/>
        <p:txBody>
          <a:bodyPr/>
          <a:lstStyle/>
          <a:p>
            <a:fld id="{D8330167-9ACD-4CBA-BC3C-461396547B0B}" type="slidenum">
              <a:rPr lang="fr-FR" smtClean="0"/>
              <a:t>28</a:t>
            </a:fld>
            <a:endParaRPr lang="fr-FR"/>
          </a:p>
        </p:txBody>
      </p:sp>
      <p:pic>
        <p:nvPicPr>
          <p:cNvPr id="3" name="Picture 2">
            <a:extLst>
              <a:ext uri="{FF2B5EF4-FFF2-40B4-BE49-F238E27FC236}">
                <a16:creationId xmlns:a16="http://schemas.microsoft.com/office/drawing/2014/main" id="{EC85C7B5-F2FD-79ED-399F-9CA5E1FAA25A}"/>
              </a:ext>
            </a:extLst>
          </p:cNvPr>
          <p:cNvPicPr>
            <a:picLocks noChangeAspect="1"/>
          </p:cNvPicPr>
          <p:nvPr/>
        </p:nvPicPr>
        <p:blipFill>
          <a:blip r:embed="rId2"/>
          <a:stretch>
            <a:fillRect/>
          </a:stretch>
        </p:blipFill>
        <p:spPr>
          <a:xfrm>
            <a:off x="1776961" y="1587699"/>
            <a:ext cx="8638079" cy="1620238"/>
          </a:xfrm>
          <a:prstGeom prst="rect">
            <a:avLst/>
          </a:prstGeom>
        </p:spPr>
      </p:pic>
      <p:pic>
        <p:nvPicPr>
          <p:cNvPr id="5" name="Picture 4">
            <a:extLst>
              <a:ext uri="{FF2B5EF4-FFF2-40B4-BE49-F238E27FC236}">
                <a16:creationId xmlns:a16="http://schemas.microsoft.com/office/drawing/2014/main" id="{F47F2382-FE23-841E-50A1-0ECF0452266A}"/>
              </a:ext>
            </a:extLst>
          </p:cNvPr>
          <p:cNvPicPr>
            <a:picLocks noChangeAspect="1"/>
          </p:cNvPicPr>
          <p:nvPr/>
        </p:nvPicPr>
        <p:blipFill>
          <a:blip r:embed="rId3"/>
          <a:stretch>
            <a:fillRect/>
          </a:stretch>
        </p:blipFill>
        <p:spPr>
          <a:xfrm>
            <a:off x="1776960" y="3326010"/>
            <a:ext cx="8638079" cy="2331305"/>
          </a:xfrm>
          <a:prstGeom prst="rect">
            <a:avLst/>
          </a:prstGeom>
        </p:spPr>
      </p:pic>
      <p:sp>
        <p:nvSpPr>
          <p:cNvPr id="7" name="TextBox 6">
            <a:extLst>
              <a:ext uri="{FF2B5EF4-FFF2-40B4-BE49-F238E27FC236}">
                <a16:creationId xmlns:a16="http://schemas.microsoft.com/office/drawing/2014/main" id="{B98DE7A9-B67E-2A36-2E75-950076D18A27}"/>
              </a:ext>
            </a:extLst>
          </p:cNvPr>
          <p:cNvSpPr txBox="1"/>
          <p:nvPr/>
        </p:nvSpPr>
        <p:spPr>
          <a:xfrm>
            <a:off x="3048837" y="5775388"/>
            <a:ext cx="6094324" cy="713722"/>
          </a:xfrm>
          <a:prstGeom prst="rect">
            <a:avLst/>
          </a:prstGeom>
          <a:noFill/>
        </p:spPr>
        <p:txBody>
          <a:bodyPr wrap="square">
            <a:spAutoFit/>
          </a:bodyPr>
          <a:lstStyle/>
          <a:p>
            <a:pPr marL="0" marR="0" algn="ctr">
              <a:lnSpc>
                <a:spcPct val="115000"/>
              </a:lnSpc>
              <a:spcAft>
                <a:spcPts val="800"/>
              </a:spcAft>
              <a:buNone/>
            </a:pPr>
            <a:r>
              <a:rPr lang="fr-FR" sz="1800" kern="100">
                <a:effectLst/>
                <a:latin typeface="Aptos" panose="020B0004020202020204" pitchFamily="34" charset="0"/>
                <a:ea typeface="Aptos" panose="020B0004020202020204" pitchFamily="34" charset="0"/>
                <a:cs typeface="Arial" panose="020B0604020202020204" pitchFamily="34" charset="0"/>
              </a:rPr>
              <a:t>Protection des </a:t>
            </a:r>
            <a:r>
              <a:rPr lang="fr-FR" sz="1800" kern="100" err="1">
                <a:effectLst/>
                <a:latin typeface="Aptos" panose="020B0004020202020204" pitchFamily="34" charset="0"/>
                <a:ea typeface="Aptos" panose="020B0004020202020204" pitchFamily="34" charset="0"/>
                <a:cs typeface="Arial" panose="020B0604020202020204" pitchFamily="34" charset="0"/>
              </a:rPr>
              <a:t>endpoints</a:t>
            </a:r>
            <a:r>
              <a:rPr lang="fr-FR" sz="1800" kern="100">
                <a:effectLst/>
                <a:latin typeface="Aptos" panose="020B0004020202020204" pitchFamily="34" charset="0"/>
                <a:ea typeface="Aptos" panose="020B0004020202020204" pitchFamily="34" charset="0"/>
                <a:cs typeface="Arial" panose="020B0604020202020204" pitchFamily="34" charset="0"/>
              </a:rPr>
              <a:t> par authentification et vérification du rôle</a:t>
            </a:r>
            <a:endParaRPr lang="en-CH" sz="1800" kern="10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52291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2384</Words>
  <Application>Microsoft Office PowerPoint</Application>
  <PresentationFormat>Widescreen</PresentationFormat>
  <Paragraphs>323</Paragraphs>
  <Slides>28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Aptos Display</vt:lpstr>
      <vt:lpstr>Arial</vt:lpstr>
      <vt:lpstr>Calibri</vt:lpstr>
      <vt:lpstr>Cambria Math</vt:lpstr>
      <vt:lpstr>Google Sans Text</vt:lpstr>
      <vt:lpstr>Wingdings</vt:lpstr>
      <vt:lpstr>Office Theme</vt:lpstr>
      <vt:lpstr>PROJET WeJob</vt:lpstr>
      <vt:lpstr>PowerPoint Presentation</vt:lpstr>
      <vt:lpstr>PowerPoint Presentation</vt:lpstr>
      <vt:lpstr>PowerPoint Presentation</vt:lpstr>
      <vt:lpstr>PowerPoint Presentation</vt:lpstr>
      <vt:lpstr>PowerPoint Presentation</vt:lpstr>
      <vt:lpstr>PowerPoint Presentation</vt:lpstr>
      <vt:lpstr>Périmètre fonctionnel initial :</vt:lpstr>
      <vt:lpstr>Nouveau périmètre fonctionnel :</vt:lpstr>
      <vt:lpstr>Indicateurs :</vt:lpstr>
      <vt:lpstr>Persona :</vt:lpstr>
      <vt:lpstr>Persona :</vt:lpstr>
      <vt:lpstr>Persona :</vt:lpstr>
      <vt:lpstr>Persona :</vt:lpstr>
      <vt:lpstr>Persona :</vt:lpstr>
      <vt:lpstr>RGESN : UX/UI</vt:lpstr>
      <vt:lpstr>RGESN : UX/UI</vt:lpstr>
      <vt:lpstr>RGESN : UX/UI</vt:lpstr>
      <vt:lpstr>RGESN : Backend</vt:lpstr>
      <vt:lpstr>Enjeux sociétaux</vt:lpstr>
      <vt:lpstr>Enjeux socio-environnementaux et parties prenantes</vt:lpstr>
      <vt:lpstr>Impacts potentiels et indicateurs KPI</vt:lpstr>
      <vt:lpstr>Solutions pratiques</vt:lpstr>
      <vt:lpstr>Plan mitigation des risques</vt:lpstr>
      <vt:lpstr>Compétence INFO</vt:lpstr>
      <vt:lpstr>Compétence INFO - Preuves</vt:lpstr>
      <vt:lpstr>Compétence INFO - Preuves</vt:lpstr>
      <vt:lpstr>Compétence INFO - Preuves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WeJob</dc:title>
  <dc:creator>Millet, Arthur</dc:creator>
  <cp:lastModifiedBy>Millet, Arthur</cp:lastModifiedBy>
  <cp:revision>1</cp:revision>
  <dcterms:created xsi:type="dcterms:W3CDTF">2026-02-24T13:35:20Z</dcterms:created>
  <dcterms:modified xsi:type="dcterms:W3CDTF">2026-03-02T08:55:32Z</dcterms:modified>
</cp:coreProperties>
</file>