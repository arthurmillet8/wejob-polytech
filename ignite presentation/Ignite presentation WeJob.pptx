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1" r:id="rId5"/>
    <p:sldId id="262" r:id="rId6"/>
    <p:sldId id="269" r:id="rId7"/>
    <p:sldId id="263" r:id="rId8"/>
    <p:sldId id="264" r:id="rId9"/>
    <p:sldId id="280" r:id="rId10"/>
    <p:sldId id="279" r:id="rId11"/>
    <p:sldId id="265" r:id="rId12"/>
    <p:sldId id="267" r:id="rId13"/>
    <p:sldId id="268" r:id="rId14"/>
    <p:sldId id="277" r:id="rId15"/>
    <p:sldId id="278" r:id="rId16"/>
    <p:sldId id="271" r:id="rId17"/>
    <p:sldId id="272" r:id="rId18"/>
    <p:sldId id="273" r:id="rId19"/>
    <p:sldId id="275" r:id="rId20"/>
    <p:sldId id="276" r:id="rId21"/>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5C9928-E44F-834C-BD13-95BA5FBEFA85}" v="18" dt="2026-03-11T15:29:52.840"/>
    <p1510:client id="{82469AD4-B2D0-D99D-D945-CA536E3F310B}" v="30" dt="2026-03-11T08:58:57.943"/>
    <p1510:client id="{A4287B0A-EBD8-4D75-B00B-759247326F48}" v="10" dt="2026-03-11T14:54:22.914"/>
    <p1510:client id="{F0804D13-2120-00E9-33A9-14A9D34B10E7}" v="1" dt="2026-03-11T19:05:48.8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a270c1c3-8ae5-482f-a3dc-7a4cc780ed32::" providerId="AD" clId="Web-{0726E23B-E4B4-60A3-8BDB-5E0FF3A4DBC0}"/>
    <pc:docChg chg="modSld">
      <pc:chgData name="Guest User" userId="S::urn:spo:tenantanon#a270c1c3-8ae5-482f-a3dc-7a4cc780ed32::" providerId="AD" clId="Web-{0726E23B-E4B4-60A3-8BDB-5E0FF3A4DBC0}" dt="2026-03-05T14:55:52.799" v="14" actId="20577"/>
      <pc:docMkLst>
        <pc:docMk/>
      </pc:docMkLst>
      <pc:sldChg chg="modSp">
        <pc:chgData name="Guest User" userId="S::urn:spo:tenantanon#a270c1c3-8ae5-482f-a3dc-7a4cc780ed32::" providerId="AD" clId="Web-{0726E23B-E4B4-60A3-8BDB-5E0FF3A4DBC0}" dt="2026-03-05T14:55:52.799" v="14" actId="20577"/>
        <pc:sldMkLst>
          <pc:docMk/>
          <pc:sldMk cId="807116799" sldId="261"/>
        </pc:sldMkLst>
        <pc:spChg chg="mod">
          <ac:chgData name="Guest User" userId="S::urn:spo:tenantanon#a270c1c3-8ae5-482f-a3dc-7a4cc780ed32::" providerId="AD" clId="Web-{0726E23B-E4B4-60A3-8BDB-5E0FF3A4DBC0}" dt="2026-03-05T14:55:52.799" v="14" actId="20577"/>
          <ac:spMkLst>
            <pc:docMk/>
            <pc:sldMk cId="807116799" sldId="261"/>
            <ac:spMk id="2" creationId="{7EB5EBA5-B884-9018-BDBF-2259F3B8BEE8}"/>
          </ac:spMkLst>
        </pc:spChg>
      </pc:sldChg>
    </pc:docChg>
  </pc:docChgLst>
  <pc:docChgLst>
    <pc:chgData name="Utilisateur invité" userId="S::urn:spo:tenantanon#a270c1c3-8ae5-482f-a3dc-7a4cc780ed32::" providerId="AD" clId="Web-{C6EEC2D7-2A81-2DE5-F18A-C1EA4A182B7A}"/>
    <pc:docChg chg="modSld sldOrd">
      <pc:chgData name="Utilisateur invité" userId="S::urn:spo:tenantanon#a270c1c3-8ae5-482f-a3dc-7a4cc780ed32::" providerId="AD" clId="Web-{C6EEC2D7-2A81-2DE5-F18A-C1EA4A182B7A}" dt="2026-02-25T15:15:02.267" v="689" actId="20577"/>
      <pc:docMkLst>
        <pc:docMk/>
      </pc:docMkLst>
      <pc:sldChg chg="modSp">
        <pc:chgData name="Utilisateur invité" userId="S::urn:spo:tenantanon#a270c1c3-8ae5-482f-a3dc-7a4cc780ed32::" providerId="AD" clId="Web-{C6EEC2D7-2A81-2DE5-F18A-C1EA4A182B7A}" dt="2026-02-25T08:28:39.519" v="10" actId="1076"/>
        <pc:sldMkLst>
          <pc:docMk/>
          <pc:sldMk cId="1876756054" sldId="257"/>
        </pc:sldMkLst>
        <pc:picChg chg="mod">
          <ac:chgData name="Utilisateur invité" userId="S::urn:spo:tenantanon#a270c1c3-8ae5-482f-a3dc-7a4cc780ed32::" providerId="AD" clId="Web-{C6EEC2D7-2A81-2DE5-F18A-C1EA4A182B7A}" dt="2026-02-25T08:28:39.519" v="10" actId="1076"/>
          <ac:picMkLst>
            <pc:docMk/>
            <pc:sldMk cId="1876756054" sldId="257"/>
            <ac:picMk id="7" creationId="{420CE7AB-943D-BEE2-8E36-1DA1744B54D6}"/>
          </ac:picMkLst>
        </pc:picChg>
      </pc:sldChg>
      <pc:sldChg chg="modSp">
        <pc:chgData name="Utilisateur invité" userId="S::urn:spo:tenantanon#a270c1c3-8ae5-482f-a3dc-7a4cc780ed32::" providerId="AD" clId="Web-{C6EEC2D7-2A81-2DE5-F18A-C1EA4A182B7A}" dt="2026-02-25T08:26:48.653" v="6" actId="1076"/>
        <pc:sldMkLst>
          <pc:docMk/>
          <pc:sldMk cId="1169920918" sldId="258"/>
        </pc:sldMkLst>
        <pc:spChg chg="mod">
          <ac:chgData name="Utilisateur invité" userId="S::urn:spo:tenantanon#a270c1c3-8ae5-482f-a3dc-7a4cc780ed32::" providerId="AD" clId="Web-{C6EEC2D7-2A81-2DE5-F18A-C1EA4A182B7A}" dt="2026-02-25T08:26:48.653" v="6" actId="1076"/>
          <ac:spMkLst>
            <pc:docMk/>
            <pc:sldMk cId="1169920918" sldId="258"/>
            <ac:spMk id="5" creationId="{97225944-9FA5-D1C2-42F9-603E6A2F94C9}"/>
          </ac:spMkLst>
        </pc:spChg>
      </pc:sldChg>
      <pc:sldChg chg="modSp">
        <pc:chgData name="Utilisateur invité" userId="S::urn:spo:tenantanon#a270c1c3-8ae5-482f-a3dc-7a4cc780ed32::" providerId="AD" clId="Web-{C6EEC2D7-2A81-2DE5-F18A-C1EA4A182B7A}" dt="2026-02-25T13:41:37.748" v="243" actId="20577"/>
        <pc:sldMkLst>
          <pc:docMk/>
          <pc:sldMk cId="2324317097" sldId="268"/>
        </pc:sldMkLst>
        <pc:spChg chg="mod">
          <ac:chgData name="Utilisateur invité" userId="S::urn:spo:tenantanon#a270c1c3-8ae5-482f-a3dc-7a4cc780ed32::" providerId="AD" clId="Web-{C6EEC2D7-2A81-2DE5-F18A-C1EA4A182B7A}" dt="2026-02-25T13:41:37.748" v="243" actId="20577"/>
          <ac:spMkLst>
            <pc:docMk/>
            <pc:sldMk cId="2324317097" sldId="268"/>
            <ac:spMk id="3" creationId="{1F44B0A4-8C8D-1EA5-074B-F5D5D77B0225}"/>
          </ac:spMkLst>
        </pc:spChg>
      </pc:sldChg>
      <pc:sldChg chg="addSp delSp modSp">
        <pc:chgData name="Utilisateur invité" userId="S::urn:spo:tenantanon#a270c1c3-8ae5-482f-a3dc-7a4cc780ed32::" providerId="AD" clId="Web-{C6EEC2D7-2A81-2DE5-F18A-C1EA4A182B7A}" dt="2026-02-25T13:06:39.551" v="210" actId="14100"/>
        <pc:sldMkLst>
          <pc:docMk/>
          <pc:sldMk cId="2496437291" sldId="272"/>
        </pc:sldMkLst>
        <pc:spChg chg="add mod">
          <ac:chgData name="Utilisateur invité" userId="S::urn:spo:tenantanon#a270c1c3-8ae5-482f-a3dc-7a4cc780ed32::" providerId="AD" clId="Web-{C6EEC2D7-2A81-2DE5-F18A-C1EA4A182B7A}" dt="2026-02-25T13:03:23.334" v="151" actId="20577"/>
          <ac:spMkLst>
            <pc:docMk/>
            <pc:sldMk cId="2496437291" sldId="272"/>
            <ac:spMk id="8" creationId="{4C7C242B-67CA-EA44-B262-FA7C6D01AC7A}"/>
          </ac:spMkLst>
        </pc:spChg>
        <pc:spChg chg="add mod">
          <ac:chgData name="Utilisateur invité" userId="S::urn:spo:tenantanon#a270c1c3-8ae5-482f-a3dc-7a4cc780ed32::" providerId="AD" clId="Web-{C6EEC2D7-2A81-2DE5-F18A-C1EA4A182B7A}" dt="2026-02-25T13:04:44.605" v="173" actId="20577"/>
          <ac:spMkLst>
            <pc:docMk/>
            <pc:sldMk cId="2496437291" sldId="272"/>
            <ac:spMk id="9" creationId="{E5F8C13D-C128-0536-8F7F-688000DE0EC8}"/>
          </ac:spMkLst>
        </pc:spChg>
        <pc:spChg chg="add mod">
          <ac:chgData name="Utilisateur invité" userId="S::urn:spo:tenantanon#a270c1c3-8ae5-482f-a3dc-7a4cc780ed32::" providerId="AD" clId="Web-{C6EEC2D7-2A81-2DE5-F18A-C1EA4A182B7A}" dt="2026-02-25T13:06:39.551" v="210" actId="14100"/>
          <ac:spMkLst>
            <pc:docMk/>
            <pc:sldMk cId="2496437291" sldId="272"/>
            <ac:spMk id="10" creationId="{D383990A-B0D1-4889-4847-8105580D163D}"/>
          </ac:spMkLst>
        </pc:spChg>
        <pc:picChg chg="add mod modCrop">
          <ac:chgData name="Utilisateur invité" userId="S::urn:spo:tenantanon#a270c1c3-8ae5-482f-a3dc-7a4cc780ed32::" providerId="AD" clId="Web-{C6EEC2D7-2A81-2DE5-F18A-C1EA4A182B7A}" dt="2026-02-25T13:02:23.708" v="129" actId="1076"/>
          <ac:picMkLst>
            <pc:docMk/>
            <pc:sldMk cId="2496437291" sldId="272"/>
            <ac:picMk id="5" creationId="{985BFD97-3F5B-512A-9E2B-DA1FAFE84526}"/>
          </ac:picMkLst>
        </pc:picChg>
      </pc:sldChg>
      <pc:sldChg chg="addSp delSp modSp">
        <pc:chgData name="Utilisateur invité" userId="S::urn:spo:tenantanon#a270c1c3-8ae5-482f-a3dc-7a4cc780ed32::" providerId="AD" clId="Web-{C6EEC2D7-2A81-2DE5-F18A-C1EA4A182B7A}" dt="2026-02-25T09:18:29.594" v="112" actId="1076"/>
        <pc:sldMkLst>
          <pc:docMk/>
          <pc:sldMk cId="2860268144" sldId="273"/>
        </pc:sldMkLst>
        <pc:spChg chg="add mod">
          <ac:chgData name="Utilisateur invité" userId="S::urn:spo:tenantanon#a270c1c3-8ae5-482f-a3dc-7a4cc780ed32::" providerId="AD" clId="Web-{C6EEC2D7-2A81-2DE5-F18A-C1EA4A182B7A}" dt="2026-02-25T09:17:20.255" v="104" actId="1076"/>
          <ac:spMkLst>
            <pc:docMk/>
            <pc:sldMk cId="2860268144" sldId="273"/>
            <ac:spMk id="7" creationId="{120DA533-B27D-0193-687D-3001157A8E02}"/>
          </ac:spMkLst>
        </pc:spChg>
        <pc:spChg chg="add mod">
          <ac:chgData name="Utilisateur invité" userId="S::urn:spo:tenantanon#a270c1c3-8ae5-482f-a3dc-7a4cc780ed32::" providerId="AD" clId="Web-{C6EEC2D7-2A81-2DE5-F18A-C1EA4A182B7A}" dt="2026-02-25T09:17:22.818" v="105" actId="1076"/>
          <ac:spMkLst>
            <pc:docMk/>
            <pc:sldMk cId="2860268144" sldId="273"/>
            <ac:spMk id="8" creationId="{2F99BB80-C982-6950-59A7-22A956827D07}"/>
          </ac:spMkLst>
        </pc:spChg>
        <pc:spChg chg="add mod">
          <ac:chgData name="Utilisateur invité" userId="S::urn:spo:tenantanon#a270c1c3-8ae5-482f-a3dc-7a4cc780ed32::" providerId="AD" clId="Web-{C6EEC2D7-2A81-2DE5-F18A-C1EA4A182B7A}" dt="2026-02-25T09:17:28.928" v="106" actId="1076"/>
          <ac:spMkLst>
            <pc:docMk/>
            <pc:sldMk cId="2860268144" sldId="273"/>
            <ac:spMk id="9" creationId="{5B401865-33AE-1923-533C-6C05AF60BE38}"/>
          </ac:spMkLst>
        </pc:spChg>
        <pc:grpChg chg="add mod">
          <ac:chgData name="Utilisateur invité" userId="S::urn:spo:tenantanon#a270c1c3-8ae5-482f-a3dc-7a4cc780ed32::" providerId="AD" clId="Web-{C6EEC2D7-2A81-2DE5-F18A-C1EA4A182B7A}" dt="2026-02-25T09:18:29.594" v="112" actId="1076"/>
          <ac:grpSpMkLst>
            <pc:docMk/>
            <pc:sldMk cId="2860268144" sldId="273"/>
            <ac:grpSpMk id="12" creationId="{D299CB12-61E8-2962-B9E0-AD3F6B3349C6}"/>
          </ac:grpSpMkLst>
        </pc:grpChg>
        <pc:picChg chg="add mod modCrop">
          <ac:chgData name="Utilisateur invité" userId="S::urn:spo:tenantanon#a270c1c3-8ae5-482f-a3dc-7a4cc780ed32::" providerId="AD" clId="Web-{C6EEC2D7-2A81-2DE5-F18A-C1EA4A182B7A}" dt="2026-02-25T09:08:03.971" v="40" actId="1076"/>
          <ac:picMkLst>
            <pc:docMk/>
            <pc:sldMk cId="2860268144" sldId="273"/>
            <ac:picMk id="6" creationId="{106D1BF2-865C-6175-E8BB-50DBBBC4387E}"/>
          </ac:picMkLst>
        </pc:picChg>
      </pc:sldChg>
      <pc:sldChg chg="modSp">
        <pc:chgData name="Utilisateur invité" userId="S::urn:spo:tenantanon#a270c1c3-8ae5-482f-a3dc-7a4cc780ed32::" providerId="AD" clId="Web-{C6EEC2D7-2A81-2DE5-F18A-C1EA4A182B7A}" dt="2026-02-25T13:07:34.726" v="212" actId="20577"/>
        <pc:sldMkLst>
          <pc:docMk/>
          <pc:sldMk cId="1737088333" sldId="275"/>
        </pc:sldMkLst>
      </pc:sldChg>
      <pc:sldChg chg="addSp delSp modSp">
        <pc:chgData name="Utilisateur invité" userId="S::urn:spo:tenantanon#a270c1c3-8ae5-482f-a3dc-7a4cc780ed32::" providerId="AD" clId="Web-{C6EEC2D7-2A81-2DE5-F18A-C1EA4A182B7A}" dt="2026-02-25T15:15:02.267" v="689" actId="20577"/>
        <pc:sldMkLst>
          <pc:docMk/>
          <pc:sldMk cId="2173064140" sldId="276"/>
        </pc:sldMkLst>
        <pc:spChg chg="add del mod ord">
          <ac:chgData name="Utilisateur invité" userId="S::urn:spo:tenantanon#a270c1c3-8ae5-482f-a3dc-7a4cc780ed32::" providerId="AD" clId="Web-{C6EEC2D7-2A81-2DE5-F18A-C1EA4A182B7A}" dt="2026-02-25T15:11:20.590" v="631"/>
          <ac:spMkLst>
            <pc:docMk/>
            <pc:sldMk cId="2173064140" sldId="276"/>
            <ac:spMk id="3" creationId="{6FB5992B-1621-2193-255B-AEDAB0F43099}"/>
          </ac:spMkLst>
        </pc:spChg>
        <pc:spChg chg="ord">
          <ac:chgData name="Utilisateur invité" userId="S::urn:spo:tenantanon#a270c1c3-8ae5-482f-a3dc-7a4cc780ed32::" providerId="AD" clId="Web-{C6EEC2D7-2A81-2DE5-F18A-C1EA4A182B7A}" dt="2026-02-25T15:11:21.293" v="632"/>
          <ac:spMkLst>
            <pc:docMk/>
            <pc:sldMk cId="2173064140" sldId="276"/>
            <ac:spMk id="4" creationId="{21178C7B-CAD4-ADA4-56B2-150EF6F32023}"/>
          </ac:spMkLst>
        </pc:spChg>
        <pc:spChg chg="add mod">
          <ac:chgData name="Utilisateur invité" userId="S::urn:spo:tenantanon#a270c1c3-8ae5-482f-a3dc-7a4cc780ed32::" providerId="AD" clId="Web-{C6EEC2D7-2A81-2DE5-F18A-C1EA4A182B7A}" dt="2026-02-25T15:15:02.267" v="689" actId="20577"/>
          <ac:spMkLst>
            <pc:docMk/>
            <pc:sldMk cId="2173064140" sldId="276"/>
            <ac:spMk id="8" creationId="{96FD8075-8204-35FF-7519-739D80439DA7}"/>
          </ac:spMkLst>
        </pc:spChg>
        <pc:picChg chg="add mod ord modCrop">
          <ac:chgData name="Utilisateur invité" userId="S::urn:spo:tenantanon#a270c1c3-8ae5-482f-a3dc-7a4cc780ed32::" providerId="AD" clId="Web-{C6EEC2D7-2A81-2DE5-F18A-C1EA4A182B7A}" dt="2026-02-25T15:12:01.435" v="642"/>
          <ac:picMkLst>
            <pc:docMk/>
            <pc:sldMk cId="2173064140" sldId="276"/>
            <ac:picMk id="5" creationId="{D7B3A408-1106-6AFB-B51C-996E4B7B870C}"/>
          </ac:picMkLst>
        </pc:picChg>
      </pc:sldChg>
      <pc:sldChg chg="modSp">
        <pc:chgData name="Utilisateur invité" userId="S::urn:spo:tenantanon#a270c1c3-8ae5-482f-a3dc-7a4cc780ed32::" providerId="AD" clId="Web-{C6EEC2D7-2A81-2DE5-F18A-C1EA4A182B7A}" dt="2026-02-25T13:42:02.280" v="246" actId="20577"/>
        <pc:sldMkLst>
          <pc:docMk/>
          <pc:sldMk cId="955617575" sldId="277"/>
        </pc:sldMkLst>
        <pc:spChg chg="mod">
          <ac:chgData name="Utilisateur invité" userId="S::urn:spo:tenantanon#a270c1c3-8ae5-482f-a3dc-7a4cc780ed32::" providerId="AD" clId="Web-{C6EEC2D7-2A81-2DE5-F18A-C1EA4A182B7A}" dt="2026-02-25T13:42:02.280" v="246" actId="20577"/>
          <ac:spMkLst>
            <pc:docMk/>
            <pc:sldMk cId="955617575" sldId="277"/>
            <ac:spMk id="3" creationId="{DADD6FE1-41E3-102C-D5DE-D2C11535095A}"/>
          </ac:spMkLst>
        </pc:spChg>
      </pc:sldChg>
    </pc:docChg>
  </pc:docChgLst>
  <pc:docChgLst>
    <pc:chgData name="Utilisateur invité" userId="S::urn:spo:tenantanon#a270c1c3-8ae5-482f-a3dc-7a4cc780ed32::" providerId="AD" clId="Web-{DA1E2E66-706B-EF8B-E8D0-327BDEC19DE9}"/>
    <pc:docChg chg="modSld">
      <pc:chgData name="Utilisateur invité" userId="S::urn:spo:tenantanon#a270c1c3-8ae5-482f-a3dc-7a4cc780ed32::" providerId="AD" clId="Web-{DA1E2E66-706B-EF8B-E8D0-327BDEC19DE9}" dt="2026-02-26T09:54:30.021" v="63" actId="1076"/>
      <pc:docMkLst>
        <pc:docMk/>
      </pc:docMkLst>
      <pc:sldChg chg="addSp delSp modSp">
        <pc:chgData name="Utilisateur invité" userId="S::urn:spo:tenantanon#a270c1c3-8ae5-482f-a3dc-7a4cc780ed32::" providerId="AD" clId="Web-{DA1E2E66-706B-EF8B-E8D0-327BDEC19DE9}" dt="2026-02-26T09:44:52.667" v="26" actId="1076"/>
        <pc:sldMkLst>
          <pc:docMk/>
          <pc:sldMk cId="1169920918" sldId="258"/>
        </pc:sldMkLst>
        <pc:picChg chg="add mod modCrop">
          <ac:chgData name="Utilisateur invité" userId="S::urn:spo:tenantanon#a270c1c3-8ae5-482f-a3dc-7a4cc780ed32::" providerId="AD" clId="Web-{DA1E2E66-706B-EF8B-E8D0-327BDEC19DE9}" dt="2026-02-26T09:44:52.667" v="26" actId="1076"/>
          <ac:picMkLst>
            <pc:docMk/>
            <pc:sldMk cId="1169920918" sldId="258"/>
            <ac:picMk id="8" creationId="{1C70725B-B6C9-C711-BA5F-A5895F8AFE45}"/>
          </ac:picMkLst>
        </pc:picChg>
      </pc:sldChg>
      <pc:sldChg chg="addSp delSp modSp">
        <pc:chgData name="Utilisateur invité" userId="S::urn:spo:tenantanon#a270c1c3-8ae5-482f-a3dc-7a4cc780ed32::" providerId="AD" clId="Web-{DA1E2E66-706B-EF8B-E8D0-327BDEC19DE9}" dt="2026-02-26T09:54:30.021" v="63" actId="1076"/>
        <pc:sldMkLst>
          <pc:docMk/>
          <pc:sldMk cId="2178072487" sldId="265"/>
        </pc:sldMkLst>
        <pc:picChg chg="add mod">
          <ac:chgData name="Utilisateur invité" userId="S::urn:spo:tenantanon#a270c1c3-8ae5-482f-a3dc-7a4cc780ed32::" providerId="AD" clId="Web-{DA1E2E66-706B-EF8B-E8D0-327BDEC19DE9}" dt="2026-02-26T09:54:30.021" v="63" actId="1076"/>
          <ac:picMkLst>
            <pc:docMk/>
            <pc:sldMk cId="2178072487" sldId="265"/>
            <ac:picMk id="3" creationId="{BD7297D2-3BC8-C69A-1F5D-967B7C2538D8}"/>
          </ac:picMkLst>
        </pc:picChg>
      </pc:sldChg>
      <pc:sldChg chg="modSp">
        <pc:chgData name="Utilisateur invité" userId="S::urn:spo:tenantanon#a270c1c3-8ae5-482f-a3dc-7a4cc780ed32::" providerId="AD" clId="Web-{DA1E2E66-706B-EF8B-E8D0-327BDEC19DE9}" dt="2026-02-26T09:45:22.543" v="31" actId="20577"/>
        <pc:sldMkLst>
          <pc:docMk/>
          <pc:sldMk cId="435214088" sldId="267"/>
        </pc:sldMkLst>
        <pc:spChg chg="mod">
          <ac:chgData name="Utilisateur invité" userId="S::urn:spo:tenantanon#a270c1c3-8ae5-482f-a3dc-7a4cc780ed32::" providerId="AD" clId="Web-{DA1E2E66-706B-EF8B-E8D0-327BDEC19DE9}" dt="2026-02-26T09:45:22.543" v="31" actId="20577"/>
          <ac:spMkLst>
            <pc:docMk/>
            <pc:sldMk cId="435214088" sldId="267"/>
            <ac:spMk id="14" creationId="{9D35B5AB-E9A1-9F8C-687F-CC4229B61DCA}"/>
          </ac:spMkLst>
        </pc:spChg>
      </pc:sldChg>
      <pc:sldChg chg="modSp">
        <pc:chgData name="Utilisateur invité" userId="S::urn:spo:tenantanon#a270c1c3-8ae5-482f-a3dc-7a4cc780ed32::" providerId="AD" clId="Web-{DA1E2E66-706B-EF8B-E8D0-327BDEC19DE9}" dt="2026-02-26T09:45:40.622" v="32" actId="20577"/>
        <pc:sldMkLst>
          <pc:docMk/>
          <pc:sldMk cId="2496437291" sldId="272"/>
        </pc:sldMkLst>
        <pc:spChg chg="mod">
          <ac:chgData name="Utilisateur invité" userId="S::urn:spo:tenantanon#a270c1c3-8ae5-482f-a3dc-7a4cc780ed32::" providerId="AD" clId="Web-{DA1E2E66-706B-EF8B-E8D0-327BDEC19DE9}" dt="2026-02-26T09:45:40.622" v="32" actId="20577"/>
          <ac:spMkLst>
            <pc:docMk/>
            <pc:sldMk cId="2496437291" sldId="272"/>
            <ac:spMk id="10" creationId="{D383990A-B0D1-4889-4847-8105580D163D}"/>
          </ac:spMkLst>
        </pc:spChg>
      </pc:sldChg>
      <pc:sldChg chg="modSp">
        <pc:chgData name="Utilisateur invité" userId="S::urn:spo:tenantanon#a270c1c3-8ae5-482f-a3dc-7a4cc780ed32::" providerId="AD" clId="Web-{DA1E2E66-706B-EF8B-E8D0-327BDEC19DE9}" dt="2026-02-26T09:46:29.717" v="44" actId="20577"/>
        <pc:sldMkLst>
          <pc:docMk/>
          <pc:sldMk cId="2173064140" sldId="276"/>
        </pc:sldMkLst>
        <pc:spChg chg="mod">
          <ac:chgData name="Utilisateur invité" userId="S::urn:spo:tenantanon#a270c1c3-8ae5-482f-a3dc-7a4cc780ed32::" providerId="AD" clId="Web-{DA1E2E66-706B-EF8B-E8D0-327BDEC19DE9}" dt="2026-02-26T09:46:29.717" v="44" actId="20577"/>
          <ac:spMkLst>
            <pc:docMk/>
            <pc:sldMk cId="2173064140" sldId="276"/>
            <ac:spMk id="3" creationId="{6FB5992B-1621-2193-255B-AEDAB0F43099}"/>
          </ac:spMkLst>
        </pc:spChg>
      </pc:sldChg>
    </pc:docChg>
  </pc:docChgLst>
  <pc:docChgLst>
    <pc:chgData name="Utilisateur invité" userId="S::urn:spo:tenantanon#a270c1c3-8ae5-482f-a3dc-7a4cc780ed32::" providerId="AD" clId="Web-{3AE77EC0-1C20-3548-4222-EE794F260F6C}"/>
    <pc:docChg chg="modSld">
      <pc:chgData name="Utilisateur invité" userId="S::urn:spo:tenantanon#a270c1c3-8ae5-482f-a3dc-7a4cc780ed32::" providerId="AD" clId="Web-{3AE77EC0-1C20-3548-4222-EE794F260F6C}" dt="2026-03-10T09:59:36.870" v="60"/>
      <pc:docMkLst>
        <pc:docMk/>
      </pc:docMkLst>
      <pc:sldChg chg="modNotes">
        <pc:chgData name="Utilisateur invité" userId="S::urn:spo:tenantanon#a270c1c3-8ae5-482f-a3dc-7a4cc780ed32::" providerId="AD" clId="Web-{3AE77EC0-1C20-3548-4222-EE794F260F6C}" dt="2026-03-10T09:59:36.870" v="60"/>
        <pc:sldMkLst>
          <pc:docMk/>
          <pc:sldMk cId="534267191" sldId="263"/>
        </pc:sldMkLst>
      </pc:sldChg>
      <pc:sldChg chg="modNotes">
        <pc:chgData name="Utilisateur invité" userId="S::urn:spo:tenantanon#a270c1c3-8ae5-482f-a3dc-7a4cc780ed32::" providerId="AD" clId="Web-{3AE77EC0-1C20-3548-4222-EE794F260F6C}" dt="2026-03-10T08:34:16.771" v="15"/>
        <pc:sldMkLst>
          <pc:docMk/>
          <pc:sldMk cId="2496437291" sldId="272"/>
        </pc:sldMkLst>
      </pc:sldChg>
      <pc:sldChg chg="modNotes">
        <pc:chgData name="Utilisateur invité" userId="S::urn:spo:tenantanon#a270c1c3-8ae5-482f-a3dc-7a4cc780ed32::" providerId="AD" clId="Web-{3AE77EC0-1C20-3548-4222-EE794F260F6C}" dt="2026-03-10T08:36:41.523" v="20"/>
        <pc:sldMkLst>
          <pc:docMk/>
          <pc:sldMk cId="2860268144" sldId="273"/>
        </pc:sldMkLst>
      </pc:sldChg>
      <pc:sldChg chg="modSp modNotes">
        <pc:chgData name="Utilisateur invité" userId="S::urn:spo:tenantanon#a270c1c3-8ae5-482f-a3dc-7a4cc780ed32::" providerId="AD" clId="Web-{3AE77EC0-1C20-3548-4222-EE794F260F6C}" dt="2026-03-10T09:22:47.854" v="58"/>
        <pc:sldMkLst>
          <pc:docMk/>
          <pc:sldMk cId="1737088333" sldId="275"/>
        </pc:sldMkLst>
        <pc:spChg chg="mod">
          <ac:chgData name="Utilisateur invité" userId="S::urn:spo:tenantanon#a270c1c3-8ae5-482f-a3dc-7a4cc780ed32::" providerId="AD" clId="Web-{3AE77EC0-1C20-3548-4222-EE794F260F6C}" dt="2026-03-10T08:37:04.977" v="26" actId="20577"/>
          <ac:spMkLst>
            <pc:docMk/>
            <pc:sldMk cId="1737088333" sldId="275"/>
            <ac:spMk id="10" creationId="{EDC1612B-CE3D-5385-9DAC-DDA9E9A85B01}"/>
          </ac:spMkLst>
        </pc:spChg>
      </pc:sldChg>
    </pc:docChg>
  </pc:docChgLst>
  <pc:docChgLst>
    <pc:chgData name="Utilisateur invité" userId="S::urn:spo:tenantanon#a270c1c3-8ae5-482f-a3dc-7a4cc780ed32::" providerId="AD" clId="Web-{7DCAAB84-981A-4692-95EB-9E365345B4CA}"/>
    <pc:docChg chg="modSld">
      <pc:chgData name="Utilisateur invité" userId="S::urn:spo:tenantanon#a270c1c3-8ae5-482f-a3dc-7a4cc780ed32::" providerId="AD" clId="Web-{7DCAAB84-981A-4692-95EB-9E365345B4CA}" dt="2026-02-26T08:47:30.472" v="252" actId="20577"/>
      <pc:docMkLst>
        <pc:docMk/>
      </pc:docMkLst>
      <pc:sldChg chg="addSp delSp modSp addAnim delAnim modAnim">
        <pc:chgData name="Utilisateur invité" userId="S::urn:spo:tenantanon#a270c1c3-8ae5-482f-a3dc-7a4cc780ed32::" providerId="AD" clId="Web-{7DCAAB84-981A-4692-95EB-9E365345B4CA}" dt="2026-02-26T08:38:57.448" v="235"/>
        <pc:sldMkLst>
          <pc:docMk/>
          <pc:sldMk cId="1876756054" sldId="257"/>
        </pc:sldMkLst>
      </pc:sldChg>
      <pc:sldChg chg="modSp">
        <pc:chgData name="Utilisateur invité" userId="S::urn:spo:tenantanon#a270c1c3-8ae5-482f-a3dc-7a4cc780ed32::" providerId="AD" clId="Web-{7DCAAB84-981A-4692-95EB-9E365345B4CA}" dt="2026-02-26T08:47:30.472" v="252" actId="20577"/>
        <pc:sldMkLst>
          <pc:docMk/>
          <pc:sldMk cId="2324317097" sldId="268"/>
        </pc:sldMkLst>
        <pc:spChg chg="mod">
          <ac:chgData name="Utilisateur invité" userId="S::urn:spo:tenantanon#a270c1c3-8ae5-482f-a3dc-7a4cc780ed32::" providerId="AD" clId="Web-{7DCAAB84-981A-4692-95EB-9E365345B4CA}" dt="2026-02-26T08:47:30.472" v="252" actId="20577"/>
          <ac:spMkLst>
            <pc:docMk/>
            <pc:sldMk cId="2324317097" sldId="268"/>
            <ac:spMk id="3" creationId="{1F44B0A4-8C8D-1EA5-074B-F5D5D77B0225}"/>
          </ac:spMkLst>
        </pc:spChg>
      </pc:sldChg>
      <pc:sldChg chg="addSp delSp modSp addAnim delAnim">
        <pc:chgData name="Utilisateur invité" userId="S::urn:spo:tenantanon#a270c1c3-8ae5-482f-a3dc-7a4cc780ed32::" providerId="AD" clId="Web-{7DCAAB84-981A-4692-95EB-9E365345B4CA}" dt="2026-02-26T08:03:06.097" v="45"/>
        <pc:sldMkLst>
          <pc:docMk/>
          <pc:sldMk cId="2173064140" sldId="276"/>
        </pc:sldMkLst>
        <pc:spChg chg="mod">
          <ac:chgData name="Utilisateur invité" userId="S::urn:spo:tenantanon#a270c1c3-8ae5-482f-a3dc-7a4cc780ed32::" providerId="AD" clId="Web-{7DCAAB84-981A-4692-95EB-9E365345B4CA}" dt="2026-02-26T08:02:04.235" v="43" actId="1076"/>
          <ac:spMkLst>
            <pc:docMk/>
            <pc:sldMk cId="2173064140" sldId="276"/>
            <ac:spMk id="3" creationId="{6FB5992B-1621-2193-255B-AEDAB0F43099}"/>
          </ac:spMkLst>
        </pc:spChg>
      </pc:sldChg>
    </pc:docChg>
  </pc:docChgLst>
  <pc:docChgLst>
    <pc:chgData name="Utilisateur invité" userId="S::urn:spo:tenantanon#a270c1c3-8ae5-482f-a3dc-7a4cc780ed32::" providerId="AD" clId="Web-{F0804D13-2120-00E9-33A9-14A9D34B10E7}"/>
    <pc:docChg chg="modSld">
      <pc:chgData name="Utilisateur invité" userId="S::urn:spo:tenantanon#a270c1c3-8ae5-482f-a3dc-7a4cc780ed32::" providerId="AD" clId="Web-{F0804D13-2120-00E9-33A9-14A9D34B10E7}" dt="2026-03-11T19:05:45.170" v="49"/>
      <pc:docMkLst>
        <pc:docMk/>
      </pc:docMkLst>
      <pc:sldChg chg="modNotes">
        <pc:chgData name="Utilisateur invité" userId="S::urn:spo:tenantanon#a270c1c3-8ae5-482f-a3dc-7a4cc780ed32::" providerId="AD" clId="Web-{F0804D13-2120-00E9-33A9-14A9D34B10E7}" dt="2026-03-11T19:04:59.543" v="38"/>
        <pc:sldMkLst>
          <pc:docMk/>
          <pc:sldMk cId="534267191" sldId="263"/>
        </pc:sldMkLst>
      </pc:sldChg>
      <pc:sldChg chg="modNotes">
        <pc:chgData name="Utilisateur invité" userId="S::urn:spo:tenantanon#a270c1c3-8ae5-482f-a3dc-7a4cc780ed32::" providerId="AD" clId="Web-{F0804D13-2120-00E9-33A9-14A9D34B10E7}" dt="2026-03-11T19:03:39.680" v="15"/>
        <pc:sldMkLst>
          <pc:docMk/>
          <pc:sldMk cId="1184120684" sldId="269"/>
        </pc:sldMkLst>
      </pc:sldChg>
      <pc:sldChg chg="modNotes">
        <pc:chgData name="Utilisateur invité" userId="S::urn:spo:tenantanon#a270c1c3-8ae5-482f-a3dc-7a4cc780ed32::" providerId="AD" clId="Web-{F0804D13-2120-00E9-33A9-14A9D34B10E7}" dt="2026-03-11T19:05:30.232" v="48"/>
        <pc:sldMkLst>
          <pc:docMk/>
          <pc:sldMk cId="2860268144" sldId="273"/>
        </pc:sldMkLst>
      </pc:sldChg>
      <pc:sldChg chg="modNotes">
        <pc:chgData name="Utilisateur invité" userId="S::urn:spo:tenantanon#a270c1c3-8ae5-482f-a3dc-7a4cc780ed32::" providerId="AD" clId="Web-{F0804D13-2120-00E9-33A9-14A9D34B10E7}" dt="2026-03-11T19:05:45.170" v="49"/>
        <pc:sldMkLst>
          <pc:docMk/>
          <pc:sldMk cId="1737088333" sldId="275"/>
        </pc:sldMkLst>
      </pc:sldChg>
    </pc:docChg>
  </pc:docChgLst>
  <pc:docChgLst>
    <pc:chgData name="Utilisateur invité" userId="S::urn:spo:tenantanon#a270c1c3-8ae5-482f-a3dc-7a4cc780ed32::" providerId="AD" clId="Web-{A9649719-CB74-C148-FB1B-FD3204FD3079}"/>
    <pc:docChg chg="addSld delSld modSld">
      <pc:chgData name="Utilisateur invité" userId="S::urn:spo:tenantanon#a270c1c3-8ae5-482f-a3dc-7a4cc780ed32::" providerId="AD" clId="Web-{A9649719-CB74-C148-FB1B-FD3204FD3079}" dt="2026-02-24T14:57:45.148" v="433" actId="1076"/>
      <pc:docMkLst>
        <pc:docMk/>
      </pc:docMkLst>
      <pc:sldChg chg="addSp delSp modSp">
        <pc:chgData name="Utilisateur invité" userId="S::urn:spo:tenantanon#a270c1c3-8ae5-482f-a3dc-7a4cc780ed32::" providerId="AD" clId="Web-{A9649719-CB74-C148-FB1B-FD3204FD3079}" dt="2026-02-24T13:50:07.217" v="59" actId="1076"/>
        <pc:sldMkLst>
          <pc:docMk/>
          <pc:sldMk cId="1169920918" sldId="258"/>
        </pc:sldMkLst>
        <pc:spChg chg="add mod">
          <ac:chgData name="Utilisateur invité" userId="S::urn:spo:tenantanon#a270c1c3-8ae5-482f-a3dc-7a4cc780ed32::" providerId="AD" clId="Web-{A9649719-CB74-C148-FB1B-FD3204FD3079}" dt="2026-02-24T13:50:07.217" v="59" actId="1076"/>
          <ac:spMkLst>
            <pc:docMk/>
            <pc:sldMk cId="1169920918" sldId="258"/>
            <ac:spMk id="5" creationId="{97225944-9FA5-D1C2-42F9-603E6A2F94C9}"/>
          </ac:spMkLst>
        </pc:spChg>
      </pc:sldChg>
      <pc:sldChg chg="addSp delSp modSp mod setBg">
        <pc:chgData name="Utilisateur invité" userId="S::urn:spo:tenantanon#a270c1c3-8ae5-482f-a3dc-7a4cc780ed32::" providerId="AD" clId="Web-{A9649719-CB74-C148-FB1B-FD3204FD3079}" dt="2026-02-24T14:26:26.839" v="227"/>
        <pc:sldMkLst>
          <pc:docMk/>
          <pc:sldMk cId="1334558031" sldId="259"/>
        </pc:sldMkLst>
        <pc:spChg chg="mod">
          <ac:chgData name="Utilisateur invité" userId="S::urn:spo:tenantanon#a270c1c3-8ae5-482f-a3dc-7a4cc780ed32::" providerId="AD" clId="Web-{A9649719-CB74-C148-FB1B-FD3204FD3079}" dt="2026-02-24T13:30:38.805" v="12"/>
          <ac:spMkLst>
            <pc:docMk/>
            <pc:sldMk cId="1334558031" sldId="259"/>
            <ac:spMk id="2" creationId="{D84FF72E-F3C1-AFA5-187B-B18CFBECC6A8}"/>
          </ac:spMkLst>
        </pc:spChg>
        <pc:spChg chg="add mod">
          <ac:chgData name="Utilisateur invité" userId="S::urn:spo:tenantanon#a270c1c3-8ae5-482f-a3dc-7a4cc780ed32::" providerId="AD" clId="Web-{A9649719-CB74-C148-FB1B-FD3204FD3079}" dt="2026-02-24T13:51:34.378" v="76" actId="1076"/>
          <ac:spMkLst>
            <pc:docMk/>
            <pc:sldMk cId="1334558031" sldId="259"/>
            <ac:spMk id="19" creationId="{07341110-2332-5D09-03C6-F3983CE44508}"/>
          </ac:spMkLst>
        </pc:spChg>
        <pc:spChg chg="add mod">
          <ac:chgData name="Utilisateur invité" userId="S::urn:spo:tenantanon#a270c1c3-8ae5-482f-a3dc-7a4cc780ed32::" providerId="AD" clId="Web-{A9649719-CB74-C148-FB1B-FD3204FD3079}" dt="2026-02-24T13:51:44.819" v="86" actId="20577"/>
          <ac:spMkLst>
            <pc:docMk/>
            <pc:sldMk cId="1334558031" sldId="259"/>
            <ac:spMk id="20" creationId="{261F5F1D-BB6A-3F7F-F669-AA8558E46EE6}"/>
          </ac:spMkLst>
        </pc:spChg>
        <pc:spChg chg="add mod">
          <ac:chgData name="Utilisateur invité" userId="S::urn:spo:tenantanon#a270c1c3-8ae5-482f-a3dc-7a4cc780ed32::" providerId="AD" clId="Web-{A9649719-CB74-C148-FB1B-FD3204FD3079}" dt="2026-02-24T13:52:14.663" v="106" actId="14100"/>
          <ac:spMkLst>
            <pc:docMk/>
            <pc:sldMk cId="1334558031" sldId="259"/>
            <ac:spMk id="21" creationId="{5CBAEA64-3F5A-87AF-81E9-F24B08578D36}"/>
          </ac:spMkLst>
        </pc:spChg>
        <pc:spChg chg="add mod">
          <ac:chgData name="Utilisateur invité" userId="S::urn:spo:tenantanon#a270c1c3-8ae5-482f-a3dc-7a4cc780ed32::" providerId="AD" clId="Web-{A9649719-CB74-C148-FB1B-FD3204FD3079}" dt="2026-02-24T13:52:29.789" v="118" actId="20577"/>
          <ac:spMkLst>
            <pc:docMk/>
            <pc:sldMk cId="1334558031" sldId="259"/>
            <ac:spMk id="22" creationId="{812C95B9-5E55-6DEF-B803-43D0F78F65CA}"/>
          </ac:spMkLst>
        </pc:spChg>
        <pc:grpChg chg="add">
          <ac:chgData name="Utilisateur invité" userId="S::urn:spo:tenantanon#a270c1c3-8ae5-482f-a3dc-7a4cc780ed32::" providerId="AD" clId="Web-{A9649719-CB74-C148-FB1B-FD3204FD3079}" dt="2026-02-24T14:26:26.839" v="227"/>
          <ac:grpSpMkLst>
            <pc:docMk/>
            <pc:sldMk cId="1334558031" sldId="259"/>
            <ac:grpSpMk id="3" creationId="{193E0619-FDD4-947A-B7FB-6CD42A9BA71C}"/>
          </ac:grpSpMkLst>
        </pc:grpChg>
        <pc:picChg chg="add mod modCrop">
          <ac:chgData name="Utilisateur invité" userId="S::urn:spo:tenantanon#a270c1c3-8ae5-482f-a3dc-7a4cc780ed32::" providerId="AD" clId="Web-{A9649719-CB74-C148-FB1B-FD3204FD3079}" dt="2026-02-24T13:47:39.324" v="26" actId="14100"/>
          <ac:picMkLst>
            <pc:docMk/>
            <pc:sldMk cId="1334558031" sldId="259"/>
            <ac:picMk id="16" creationId="{29061FEE-75D9-B44F-8313-055295E31961}"/>
          </ac:picMkLst>
        </pc:picChg>
      </pc:sldChg>
      <pc:sldChg chg="addSp modSp">
        <pc:chgData name="Utilisateur invité" userId="S::urn:spo:tenantanon#a270c1c3-8ae5-482f-a3dc-7a4cc780ed32::" providerId="AD" clId="Web-{A9649719-CB74-C148-FB1B-FD3204FD3079}" dt="2026-02-24T14:28:43.157" v="229" actId="1076"/>
        <pc:sldMkLst>
          <pc:docMk/>
          <pc:sldMk cId="807116799" sldId="261"/>
        </pc:sldMkLst>
        <pc:spChg chg="mod">
          <ac:chgData name="Utilisateur invité" userId="S::urn:spo:tenantanon#a270c1c3-8ae5-482f-a3dc-7a4cc780ed32::" providerId="AD" clId="Web-{A9649719-CB74-C148-FB1B-FD3204FD3079}" dt="2026-02-24T14:25:45.306" v="226" actId="20577"/>
          <ac:spMkLst>
            <pc:docMk/>
            <pc:sldMk cId="807116799" sldId="261"/>
            <ac:spMk id="3" creationId="{2CB00FA2-E892-50D1-25D7-358C31C0C229}"/>
          </ac:spMkLst>
        </pc:spChg>
        <pc:spChg chg="add mod">
          <ac:chgData name="Utilisateur invité" userId="S::urn:spo:tenantanon#a270c1c3-8ae5-482f-a3dc-7a4cc780ed32::" providerId="AD" clId="Web-{A9649719-CB74-C148-FB1B-FD3204FD3079}" dt="2026-02-24T14:28:43.157" v="229" actId="1076"/>
          <ac:spMkLst>
            <pc:docMk/>
            <pc:sldMk cId="807116799" sldId="261"/>
            <ac:spMk id="6" creationId="{83FFAA30-1035-5B40-261A-918DD6DC14E5}"/>
          </ac:spMkLst>
        </pc:spChg>
        <pc:spChg chg="add mod">
          <ac:chgData name="Utilisateur invité" userId="S::urn:spo:tenantanon#a270c1c3-8ae5-482f-a3dc-7a4cc780ed32::" providerId="AD" clId="Web-{A9649719-CB74-C148-FB1B-FD3204FD3079}" dt="2026-02-24T14:28:41.657" v="228" actId="1076"/>
          <ac:spMkLst>
            <pc:docMk/>
            <pc:sldMk cId="807116799" sldId="261"/>
            <ac:spMk id="7" creationId="{63807B27-DB12-C73C-CA5B-22FC2B3CB823}"/>
          </ac:spMkLst>
        </pc:spChg>
        <pc:spChg chg="add mod">
          <ac:chgData name="Utilisateur invité" userId="S::urn:spo:tenantanon#a270c1c3-8ae5-482f-a3dc-7a4cc780ed32::" providerId="AD" clId="Web-{A9649719-CB74-C148-FB1B-FD3204FD3079}" dt="2026-02-24T14:25:28.587" v="215" actId="1076"/>
          <ac:spMkLst>
            <pc:docMk/>
            <pc:sldMk cId="807116799" sldId="261"/>
            <ac:spMk id="8" creationId="{CE08A14F-D87C-D3CD-E480-2BF5B38A7ED7}"/>
          </ac:spMkLst>
        </pc:spChg>
        <pc:picChg chg="add mod modCrop">
          <ac:chgData name="Utilisateur invité" userId="S::urn:spo:tenantanon#a270c1c3-8ae5-482f-a3dc-7a4cc780ed32::" providerId="AD" clId="Web-{A9649719-CB74-C148-FB1B-FD3204FD3079}" dt="2026-02-24T14:24:24.192" v="202" actId="1076"/>
          <ac:picMkLst>
            <pc:docMk/>
            <pc:sldMk cId="807116799" sldId="261"/>
            <ac:picMk id="4" creationId="{AB13F4B1-3294-6F02-B1DA-4BEEEEF3536B}"/>
          </ac:picMkLst>
        </pc:picChg>
      </pc:sldChg>
      <pc:sldChg chg="addSp modSp">
        <pc:chgData name="Utilisateur invité" userId="S::urn:spo:tenantanon#a270c1c3-8ae5-482f-a3dc-7a4cc780ed32::" providerId="AD" clId="Web-{A9649719-CB74-C148-FB1B-FD3204FD3079}" dt="2026-02-24T14:38:16.419" v="285" actId="1076"/>
        <pc:sldMkLst>
          <pc:docMk/>
          <pc:sldMk cId="3661281455" sldId="262"/>
        </pc:sldMkLst>
        <pc:spChg chg="mod">
          <ac:chgData name="Utilisateur invité" userId="S::urn:spo:tenantanon#a270c1c3-8ae5-482f-a3dc-7a4cc780ed32::" providerId="AD" clId="Web-{A9649719-CB74-C148-FB1B-FD3204FD3079}" dt="2026-02-24T14:35:26.571" v="253" actId="20577"/>
          <ac:spMkLst>
            <pc:docMk/>
            <pc:sldMk cId="3661281455" sldId="262"/>
            <ac:spMk id="2" creationId="{26DBD6DB-B236-D7CF-D329-CE881A33E736}"/>
          </ac:spMkLst>
        </pc:spChg>
        <pc:spChg chg="mod">
          <ac:chgData name="Utilisateur invité" userId="S::urn:spo:tenantanon#a270c1c3-8ae5-482f-a3dc-7a4cc780ed32::" providerId="AD" clId="Web-{A9649719-CB74-C148-FB1B-FD3204FD3079}" dt="2026-02-24T14:38:10.325" v="282" actId="1076"/>
          <ac:spMkLst>
            <pc:docMk/>
            <pc:sldMk cId="3661281455" sldId="262"/>
            <ac:spMk id="3" creationId="{045039C1-CDD0-3E80-0173-641DE6B5CF44}"/>
          </ac:spMkLst>
        </pc:spChg>
        <pc:picChg chg="add mod modCrop">
          <ac:chgData name="Utilisateur invité" userId="S::urn:spo:tenantanon#a270c1c3-8ae5-482f-a3dc-7a4cc780ed32::" providerId="AD" clId="Web-{A9649719-CB74-C148-FB1B-FD3204FD3079}" dt="2026-02-24T14:38:16.419" v="285" actId="1076"/>
          <ac:picMkLst>
            <pc:docMk/>
            <pc:sldMk cId="3661281455" sldId="262"/>
            <ac:picMk id="4" creationId="{8DD3F8FC-7480-2215-8233-3C296415453F}"/>
          </ac:picMkLst>
        </pc:picChg>
      </pc:sldChg>
      <pc:sldChg chg="addSp delSp modSp">
        <pc:chgData name="Utilisateur invité" userId="S::urn:spo:tenantanon#a270c1c3-8ae5-482f-a3dc-7a4cc780ed32::" providerId="AD" clId="Web-{A9649719-CB74-C148-FB1B-FD3204FD3079}" dt="2026-02-24T14:57:45.148" v="433" actId="1076"/>
        <pc:sldMkLst>
          <pc:docMk/>
          <pc:sldMk cId="534267191" sldId="263"/>
        </pc:sldMkLst>
        <pc:spChg chg="mod">
          <ac:chgData name="Utilisateur invité" userId="S::urn:spo:tenantanon#a270c1c3-8ae5-482f-a3dc-7a4cc780ed32::" providerId="AD" clId="Web-{A9649719-CB74-C148-FB1B-FD3204FD3079}" dt="2026-02-24T14:57:45.117" v="430" actId="1076"/>
          <ac:spMkLst>
            <pc:docMk/>
            <pc:sldMk cId="534267191" sldId="263"/>
            <ac:spMk id="3" creationId="{047A5D0D-0DE7-FABA-290A-3DB85C958CF8}"/>
          </ac:spMkLst>
        </pc:spChg>
        <pc:spChg chg="add mod">
          <ac:chgData name="Utilisateur invité" userId="S::urn:spo:tenantanon#a270c1c3-8ae5-482f-a3dc-7a4cc780ed32::" providerId="AD" clId="Web-{A9649719-CB74-C148-FB1B-FD3204FD3079}" dt="2026-02-24T14:57:45.148" v="432" actId="1076"/>
          <ac:spMkLst>
            <pc:docMk/>
            <pc:sldMk cId="534267191" sldId="263"/>
            <ac:spMk id="7" creationId="{469D7D61-9B39-FCD1-4672-AF8084CB4D7C}"/>
          </ac:spMkLst>
        </pc:spChg>
        <pc:spChg chg="add mod">
          <ac:chgData name="Utilisateur invité" userId="S::urn:spo:tenantanon#a270c1c3-8ae5-482f-a3dc-7a4cc780ed32::" providerId="AD" clId="Web-{A9649719-CB74-C148-FB1B-FD3204FD3079}" dt="2026-02-24T14:57:45.148" v="433" actId="1076"/>
          <ac:spMkLst>
            <pc:docMk/>
            <pc:sldMk cId="534267191" sldId="263"/>
            <ac:spMk id="8" creationId="{8D42C74B-8A2D-EDC1-A8A5-3A3B2445C7F0}"/>
          </ac:spMkLst>
        </pc:spChg>
        <pc:picChg chg="add mod modCrop">
          <ac:chgData name="Utilisateur invité" userId="S::urn:spo:tenantanon#a270c1c3-8ae5-482f-a3dc-7a4cc780ed32::" providerId="AD" clId="Web-{A9649719-CB74-C148-FB1B-FD3204FD3079}" dt="2026-02-24T14:57:45.133" v="431" actId="1076"/>
          <ac:picMkLst>
            <pc:docMk/>
            <pc:sldMk cId="534267191" sldId="263"/>
            <ac:picMk id="6" creationId="{60E07CF3-CA85-3726-093C-66CF5DB68F02}"/>
          </ac:picMkLst>
        </pc:picChg>
      </pc:sldChg>
    </pc:docChg>
  </pc:docChgLst>
  <pc:docChgLst>
    <pc:chgData name="Utilisateur invité" userId="S::urn:spo:tenantanon#a270c1c3-8ae5-482f-a3dc-7a4cc780ed32::" providerId="AD" clId="Web-{46F34BD2-1A0E-2E25-5D6F-423E03C63CAF}"/>
    <pc:docChg chg="modSld">
      <pc:chgData name="Utilisateur invité" userId="S::urn:spo:tenantanon#a270c1c3-8ae5-482f-a3dc-7a4cc780ed32::" providerId="AD" clId="Web-{46F34BD2-1A0E-2E25-5D6F-423E03C63CAF}" dt="2026-03-05T09:07:21.087" v="29" actId="1076"/>
      <pc:docMkLst>
        <pc:docMk/>
      </pc:docMkLst>
      <pc:sldChg chg="modSp">
        <pc:chgData name="Utilisateur invité" userId="S::urn:spo:tenantanon#a270c1c3-8ae5-482f-a3dc-7a4cc780ed32::" providerId="AD" clId="Web-{46F34BD2-1A0E-2E25-5D6F-423E03C63CAF}" dt="2026-03-05T09:06:18.664" v="17" actId="20577"/>
        <pc:sldMkLst>
          <pc:docMk/>
          <pc:sldMk cId="2324317097" sldId="268"/>
        </pc:sldMkLst>
        <pc:spChg chg="mod">
          <ac:chgData name="Utilisateur invité" userId="S::urn:spo:tenantanon#a270c1c3-8ae5-482f-a3dc-7a4cc780ed32::" providerId="AD" clId="Web-{46F34BD2-1A0E-2E25-5D6F-423E03C63CAF}" dt="2026-03-05T09:06:18.664" v="17" actId="20577"/>
          <ac:spMkLst>
            <pc:docMk/>
            <pc:sldMk cId="2324317097" sldId="268"/>
            <ac:spMk id="3" creationId="{1F44B0A4-8C8D-1EA5-074B-F5D5D77B0225}"/>
          </ac:spMkLst>
        </pc:spChg>
        <pc:picChg chg="mod">
          <ac:chgData name="Utilisateur invité" userId="S::urn:spo:tenantanon#a270c1c3-8ae5-482f-a3dc-7a4cc780ed32::" providerId="AD" clId="Web-{46F34BD2-1A0E-2E25-5D6F-423E03C63CAF}" dt="2026-03-05T09:05:21.664" v="14" actId="14100"/>
          <ac:picMkLst>
            <pc:docMk/>
            <pc:sldMk cId="2324317097" sldId="268"/>
            <ac:picMk id="5" creationId="{4F0E7F47-A2EF-0A96-673A-28FCE9484FF0}"/>
          </ac:picMkLst>
        </pc:picChg>
      </pc:sldChg>
      <pc:sldChg chg="modSp">
        <pc:chgData name="Utilisateur invité" userId="S::urn:spo:tenantanon#a270c1c3-8ae5-482f-a3dc-7a4cc780ed32::" providerId="AD" clId="Web-{46F34BD2-1A0E-2E25-5D6F-423E03C63CAF}" dt="2026-03-05T09:07:21.087" v="29" actId="1076"/>
        <pc:sldMkLst>
          <pc:docMk/>
          <pc:sldMk cId="955617575" sldId="277"/>
        </pc:sldMkLst>
        <pc:spChg chg="mod">
          <ac:chgData name="Utilisateur invité" userId="S::urn:spo:tenantanon#a270c1c3-8ae5-482f-a3dc-7a4cc780ed32::" providerId="AD" clId="Web-{46F34BD2-1A0E-2E25-5D6F-423E03C63CAF}" dt="2026-03-05T09:04:56.491" v="2" actId="20577"/>
          <ac:spMkLst>
            <pc:docMk/>
            <pc:sldMk cId="955617575" sldId="277"/>
            <ac:spMk id="3" creationId="{DADD6FE1-41E3-102C-D5DE-D2C11535095A}"/>
          </ac:spMkLst>
        </pc:spChg>
        <pc:picChg chg="mod">
          <ac:chgData name="Utilisateur invité" userId="S::urn:spo:tenantanon#a270c1c3-8ae5-482f-a3dc-7a4cc780ed32::" providerId="AD" clId="Web-{46F34BD2-1A0E-2E25-5D6F-423E03C63CAF}" dt="2026-03-05T09:06:58.727" v="26" actId="1076"/>
          <ac:picMkLst>
            <pc:docMk/>
            <pc:sldMk cId="955617575" sldId="277"/>
            <ac:picMk id="4" creationId="{B27A65E0-8D92-14FE-8246-F27CD53A91CD}"/>
          </ac:picMkLst>
        </pc:picChg>
        <pc:picChg chg="mod">
          <ac:chgData name="Utilisateur invité" userId="S::urn:spo:tenantanon#a270c1c3-8ae5-482f-a3dc-7a4cc780ed32::" providerId="AD" clId="Web-{46F34BD2-1A0E-2E25-5D6F-423E03C63CAF}" dt="2026-03-05T09:06:41.915" v="22" actId="1076"/>
          <ac:picMkLst>
            <pc:docMk/>
            <pc:sldMk cId="955617575" sldId="277"/>
            <ac:picMk id="5" creationId="{60F0B59D-8FC0-5813-1502-B17949E847D2}"/>
          </ac:picMkLst>
        </pc:picChg>
        <pc:picChg chg="mod">
          <ac:chgData name="Utilisateur invité" userId="S::urn:spo:tenantanon#a270c1c3-8ae5-482f-a3dc-7a4cc780ed32::" providerId="AD" clId="Web-{46F34BD2-1A0E-2E25-5D6F-423E03C63CAF}" dt="2026-03-05T09:07:21.087" v="29" actId="1076"/>
          <ac:picMkLst>
            <pc:docMk/>
            <pc:sldMk cId="955617575" sldId="277"/>
            <ac:picMk id="6" creationId="{0533D0AC-FF4E-278C-08EF-65EC7B5AC12E}"/>
          </ac:picMkLst>
        </pc:picChg>
      </pc:sldChg>
    </pc:docChg>
  </pc:docChgLst>
  <pc:docChgLst>
    <pc:chgData name="Guest User" userId="S::urn:spo:tenantanon#a270c1c3-8ae5-482f-a3dc-7a4cc780ed32::" providerId="AD" clId="Web-{DCE7A878-DABC-9573-924B-290C27B5DD51}"/>
    <pc:docChg chg="modSld">
      <pc:chgData name="Guest User" userId="S::urn:spo:tenantanon#a270c1c3-8ae5-482f-a3dc-7a4cc780ed32::" providerId="AD" clId="Web-{DCE7A878-DABC-9573-924B-290C27B5DD51}" dt="2026-02-24T14:59:38.724" v="86" actId="20577"/>
      <pc:docMkLst>
        <pc:docMk/>
      </pc:docMkLst>
      <pc:sldChg chg="modSp">
        <pc:chgData name="Guest User" userId="S::urn:spo:tenantanon#a270c1c3-8ae5-482f-a3dc-7a4cc780ed32::" providerId="AD" clId="Web-{DCE7A878-DABC-9573-924B-290C27B5DD51}" dt="2026-02-24T14:47:33.259" v="24" actId="20577"/>
        <pc:sldMkLst>
          <pc:docMk/>
          <pc:sldMk cId="534267191" sldId="263"/>
        </pc:sldMkLst>
        <pc:spChg chg="mod">
          <ac:chgData name="Guest User" userId="S::urn:spo:tenantanon#a270c1c3-8ae5-482f-a3dc-7a4cc780ed32::" providerId="AD" clId="Web-{DCE7A878-DABC-9573-924B-290C27B5DD51}" dt="2026-02-24T14:47:33.259" v="24" actId="20577"/>
          <ac:spMkLst>
            <pc:docMk/>
            <pc:sldMk cId="534267191" sldId="263"/>
            <ac:spMk id="3" creationId="{047A5D0D-0DE7-FABA-290A-3DB85C958CF8}"/>
          </ac:spMkLst>
        </pc:spChg>
      </pc:sldChg>
    </pc:docChg>
  </pc:docChgLst>
  <pc:docChgLst>
    <pc:chgData name="Millet, Arthur" userId="a1703bcd-6477-40e6-bd50-86ade154c01a" providerId="ADAL" clId="{E3582ADA-4783-4D66-A008-28C1B6DA22FB}"/>
    <pc:docChg chg="undo redo custSel addSld delSld modSld sldOrd">
      <pc:chgData name="Millet, Arthur" userId="a1703bcd-6477-40e6-bd50-86ade154c01a" providerId="ADAL" clId="{E3582ADA-4783-4D66-A008-28C1B6DA22FB}" dt="2026-03-11T14:57:02.961" v="1217" actId="20577"/>
      <pc:docMkLst>
        <pc:docMk/>
      </pc:docMkLst>
      <pc:sldChg chg="addSp delSp modSp new mod modTransition modShow modNotesTx">
        <pc:chgData name="Millet, Arthur" userId="a1703bcd-6477-40e6-bd50-86ade154c01a" providerId="ADAL" clId="{E3582ADA-4783-4D66-A008-28C1B6DA22FB}" dt="2026-03-11T14:57:02.961" v="1217" actId="20577"/>
        <pc:sldMkLst>
          <pc:docMk/>
          <pc:sldMk cId="1876756054" sldId="257"/>
        </pc:sldMkLst>
        <pc:picChg chg="add mod">
          <ac:chgData name="Millet, Arthur" userId="a1703bcd-6477-40e6-bd50-86ade154c01a" providerId="ADAL" clId="{E3582ADA-4783-4D66-A008-28C1B6DA22FB}" dt="2026-02-25T07:03:18.413" v="528" actId="1076"/>
          <ac:picMkLst>
            <pc:docMk/>
            <pc:sldMk cId="1876756054" sldId="257"/>
            <ac:picMk id="7" creationId="{420CE7AB-943D-BEE2-8E36-1DA1744B54D6}"/>
          </ac:picMkLst>
        </pc:picChg>
        <pc:picChg chg="add mod ord">
          <ac:chgData name="Millet, Arthur" userId="a1703bcd-6477-40e6-bd50-86ade154c01a" providerId="ADAL" clId="{E3582ADA-4783-4D66-A008-28C1B6DA22FB}" dt="2026-02-25T07:03:18.413" v="528" actId="1076"/>
          <ac:picMkLst>
            <pc:docMk/>
            <pc:sldMk cId="1876756054" sldId="257"/>
            <ac:picMk id="8" creationId="{8C99EA59-BF4D-2CA2-F769-67935FF0F8EC}"/>
          </ac:picMkLst>
        </pc:picChg>
      </pc:sldChg>
      <pc:sldChg chg="addSp delSp modSp add mod modNotesTx">
        <pc:chgData name="Millet, Arthur" userId="a1703bcd-6477-40e6-bd50-86ade154c01a" providerId="ADAL" clId="{E3582ADA-4783-4D66-A008-28C1B6DA22FB}" dt="2026-03-05T13:31:47.394" v="1080" actId="20577"/>
        <pc:sldMkLst>
          <pc:docMk/>
          <pc:sldMk cId="1169920918" sldId="258"/>
        </pc:sldMkLst>
        <pc:spChg chg="mod">
          <ac:chgData name="Millet, Arthur" userId="a1703bcd-6477-40e6-bd50-86ade154c01a" providerId="ADAL" clId="{E3582ADA-4783-4D66-A008-28C1B6DA22FB}" dt="2026-02-10T07:29:38.337" v="124"/>
          <ac:spMkLst>
            <pc:docMk/>
            <pc:sldMk cId="1169920918" sldId="258"/>
            <ac:spMk id="2" creationId="{F60208A3-AAE3-FA36-1AD6-2AB609707FC4}"/>
          </ac:spMkLst>
        </pc:spChg>
      </pc:sldChg>
      <pc:sldChg chg="modSp add mod modNotesTx">
        <pc:chgData name="Millet, Arthur" userId="a1703bcd-6477-40e6-bd50-86ade154c01a" providerId="ADAL" clId="{E3582ADA-4783-4D66-A008-28C1B6DA22FB}" dt="2026-03-11T12:52:55.627" v="1193" actId="20577"/>
        <pc:sldMkLst>
          <pc:docMk/>
          <pc:sldMk cId="1334558031" sldId="259"/>
        </pc:sldMkLst>
        <pc:spChg chg="mod">
          <ac:chgData name="Millet, Arthur" userId="a1703bcd-6477-40e6-bd50-86ade154c01a" providerId="ADAL" clId="{E3582ADA-4783-4D66-A008-28C1B6DA22FB}" dt="2026-02-10T07:29:46.769" v="126" actId="20577"/>
          <ac:spMkLst>
            <pc:docMk/>
            <pc:sldMk cId="1334558031" sldId="259"/>
            <ac:spMk id="2" creationId="{D84FF72E-F3C1-AFA5-187B-B18CFBECC6A8}"/>
          </ac:spMkLst>
        </pc:spChg>
      </pc:sldChg>
      <pc:sldChg chg="modSp add mod">
        <pc:chgData name="Millet, Arthur" userId="a1703bcd-6477-40e6-bd50-86ade154c01a" providerId="ADAL" clId="{E3582ADA-4783-4D66-A008-28C1B6DA22FB}" dt="2026-02-10T07:33:21.088" v="169" actId="20577"/>
        <pc:sldMkLst>
          <pc:docMk/>
          <pc:sldMk cId="807116799" sldId="261"/>
        </pc:sldMkLst>
        <pc:spChg chg="mod">
          <ac:chgData name="Millet, Arthur" userId="a1703bcd-6477-40e6-bd50-86ade154c01a" providerId="ADAL" clId="{E3582ADA-4783-4D66-A008-28C1B6DA22FB}" dt="2026-02-10T07:30:05.201" v="128"/>
          <ac:spMkLst>
            <pc:docMk/>
            <pc:sldMk cId="807116799" sldId="261"/>
            <ac:spMk id="2" creationId="{7EB5EBA5-B884-9018-BDBF-2259F3B8BEE8}"/>
          </ac:spMkLst>
        </pc:spChg>
        <pc:spChg chg="mod">
          <ac:chgData name="Millet, Arthur" userId="a1703bcd-6477-40e6-bd50-86ade154c01a" providerId="ADAL" clId="{E3582ADA-4783-4D66-A008-28C1B6DA22FB}" dt="2026-02-10T07:33:21.088" v="169" actId="20577"/>
          <ac:spMkLst>
            <pc:docMk/>
            <pc:sldMk cId="807116799" sldId="261"/>
            <ac:spMk id="3" creationId="{2CB00FA2-E892-50D1-25D7-358C31C0C229}"/>
          </ac:spMkLst>
        </pc:spChg>
      </pc:sldChg>
      <pc:sldChg chg="addSp delSp modSp add mod">
        <pc:chgData name="Millet, Arthur" userId="a1703bcd-6477-40e6-bd50-86ade154c01a" providerId="ADAL" clId="{E3582ADA-4783-4D66-A008-28C1B6DA22FB}" dt="2026-02-10T12:50:17.189" v="298" actId="6549"/>
        <pc:sldMkLst>
          <pc:docMk/>
          <pc:sldMk cId="3661281455" sldId="262"/>
        </pc:sldMkLst>
        <pc:spChg chg="mod">
          <ac:chgData name="Millet, Arthur" userId="a1703bcd-6477-40e6-bd50-86ade154c01a" providerId="ADAL" clId="{E3582ADA-4783-4D66-A008-28C1B6DA22FB}" dt="2026-02-10T07:30:14.115" v="129"/>
          <ac:spMkLst>
            <pc:docMk/>
            <pc:sldMk cId="3661281455" sldId="262"/>
            <ac:spMk id="2" creationId="{26DBD6DB-B236-D7CF-D329-CE881A33E736}"/>
          </ac:spMkLst>
        </pc:spChg>
        <pc:spChg chg="add del mod">
          <ac:chgData name="Millet, Arthur" userId="a1703bcd-6477-40e6-bd50-86ade154c01a" providerId="ADAL" clId="{E3582ADA-4783-4D66-A008-28C1B6DA22FB}" dt="2026-02-10T12:50:17.189" v="298" actId="6549"/>
          <ac:spMkLst>
            <pc:docMk/>
            <pc:sldMk cId="3661281455" sldId="262"/>
            <ac:spMk id="3" creationId="{045039C1-CDD0-3E80-0173-641DE6B5CF44}"/>
          </ac:spMkLst>
        </pc:spChg>
      </pc:sldChg>
      <pc:sldChg chg="addSp modSp add mod">
        <pc:chgData name="Millet, Arthur" userId="a1703bcd-6477-40e6-bd50-86ade154c01a" providerId="ADAL" clId="{E3582ADA-4783-4D66-A008-28C1B6DA22FB}" dt="2026-03-11T14:55:09.485" v="1215" actId="1037"/>
        <pc:sldMkLst>
          <pc:docMk/>
          <pc:sldMk cId="534267191" sldId="263"/>
        </pc:sldMkLst>
        <pc:spChg chg="mod">
          <ac:chgData name="Millet, Arthur" userId="a1703bcd-6477-40e6-bd50-86ade154c01a" providerId="ADAL" clId="{E3582ADA-4783-4D66-A008-28C1B6DA22FB}" dt="2026-02-10T07:30:23.486" v="132" actId="1035"/>
          <ac:spMkLst>
            <pc:docMk/>
            <pc:sldMk cId="534267191" sldId="263"/>
            <ac:spMk id="2" creationId="{67278C92-E8C4-BB7D-9C82-C937408AADB6}"/>
          </ac:spMkLst>
        </pc:spChg>
        <pc:spChg chg="mod">
          <ac:chgData name="Millet, Arthur" userId="a1703bcd-6477-40e6-bd50-86ade154c01a" providerId="ADAL" clId="{E3582ADA-4783-4D66-A008-28C1B6DA22FB}" dt="2026-02-23T09:25:46.806" v="307" actId="20577"/>
          <ac:spMkLst>
            <pc:docMk/>
            <pc:sldMk cId="534267191" sldId="263"/>
            <ac:spMk id="3" creationId="{047A5D0D-0DE7-FABA-290A-3DB85C958CF8}"/>
          </ac:spMkLst>
        </pc:spChg>
        <pc:spChg chg="add mod">
          <ac:chgData name="Millet, Arthur" userId="a1703bcd-6477-40e6-bd50-86ade154c01a" providerId="ADAL" clId="{E3582ADA-4783-4D66-A008-28C1B6DA22FB}" dt="2026-03-11T14:55:09.485" v="1215" actId="1037"/>
          <ac:spMkLst>
            <pc:docMk/>
            <pc:sldMk cId="534267191" sldId="263"/>
            <ac:spMk id="4" creationId="{128BD897-7C7A-9343-C41A-A73D1BF8747C}"/>
          </ac:spMkLst>
        </pc:spChg>
      </pc:sldChg>
      <pc:sldChg chg="modSp add mod">
        <pc:chgData name="Millet, Arthur" userId="a1703bcd-6477-40e6-bd50-86ade154c01a" providerId="ADAL" clId="{E3582ADA-4783-4D66-A008-28C1B6DA22FB}" dt="2026-02-10T07:34:00.043" v="182" actId="20577"/>
        <pc:sldMkLst>
          <pc:docMk/>
          <pc:sldMk cId="3264900219" sldId="264"/>
        </pc:sldMkLst>
        <pc:spChg chg="mod">
          <ac:chgData name="Millet, Arthur" userId="a1703bcd-6477-40e6-bd50-86ade154c01a" providerId="ADAL" clId="{E3582ADA-4783-4D66-A008-28C1B6DA22FB}" dt="2026-02-10T07:30:37.253" v="133"/>
          <ac:spMkLst>
            <pc:docMk/>
            <pc:sldMk cId="3264900219" sldId="264"/>
            <ac:spMk id="2" creationId="{0508C931-F52B-B8DC-3F33-4ED7F7D9C76E}"/>
          </ac:spMkLst>
        </pc:spChg>
      </pc:sldChg>
      <pc:sldChg chg="modSp add mod">
        <pc:chgData name="Millet, Arthur" userId="a1703bcd-6477-40e6-bd50-86ade154c01a" providerId="ADAL" clId="{E3582ADA-4783-4D66-A008-28C1B6DA22FB}" dt="2026-03-11T10:45:07.685" v="1162" actId="20577"/>
        <pc:sldMkLst>
          <pc:docMk/>
          <pc:sldMk cId="2178072487" sldId="265"/>
        </pc:sldMkLst>
        <pc:spChg chg="mod">
          <ac:chgData name="Millet, Arthur" userId="a1703bcd-6477-40e6-bd50-86ade154c01a" providerId="ADAL" clId="{E3582ADA-4783-4D66-A008-28C1B6DA22FB}" dt="2026-03-11T10:45:07.685" v="1162" actId="20577"/>
          <ac:spMkLst>
            <pc:docMk/>
            <pc:sldMk cId="2178072487" sldId="265"/>
            <ac:spMk id="2" creationId="{4F33F1B5-FE50-F55C-E8BF-632748001849}"/>
          </ac:spMkLst>
        </pc:spChg>
      </pc:sldChg>
      <pc:sldChg chg="modSp add">
        <pc:chgData name="Millet, Arthur" userId="a1703bcd-6477-40e6-bd50-86ade154c01a" providerId="ADAL" clId="{E3582ADA-4783-4D66-A008-28C1B6DA22FB}" dt="2026-02-10T07:34:52.021" v="202"/>
        <pc:sldMkLst>
          <pc:docMk/>
          <pc:sldMk cId="435214088" sldId="267"/>
        </pc:sldMkLst>
        <pc:spChg chg="mod">
          <ac:chgData name="Millet, Arthur" userId="a1703bcd-6477-40e6-bd50-86ade154c01a" providerId="ADAL" clId="{E3582ADA-4783-4D66-A008-28C1B6DA22FB}" dt="2026-02-10T07:34:46.065" v="201"/>
          <ac:spMkLst>
            <pc:docMk/>
            <pc:sldMk cId="435214088" sldId="267"/>
            <ac:spMk id="2" creationId="{53AE3A12-1FB5-9A22-F9E3-9B4A765C1E4A}"/>
          </ac:spMkLst>
        </pc:spChg>
        <pc:spChg chg="mod">
          <ac:chgData name="Millet, Arthur" userId="a1703bcd-6477-40e6-bd50-86ade154c01a" providerId="ADAL" clId="{E3582ADA-4783-4D66-A008-28C1B6DA22FB}" dt="2026-02-10T07:34:52.021" v="202"/>
          <ac:spMkLst>
            <pc:docMk/>
            <pc:sldMk cId="435214088" sldId="267"/>
            <ac:spMk id="3" creationId="{B47C68D7-12EC-C36E-7E22-DD7724271617}"/>
          </ac:spMkLst>
        </pc:spChg>
      </pc:sldChg>
      <pc:sldChg chg="addSp delSp modSp add mod">
        <pc:chgData name="Millet, Arthur" userId="a1703bcd-6477-40e6-bd50-86ade154c01a" providerId="ADAL" clId="{E3582ADA-4783-4D66-A008-28C1B6DA22FB}" dt="2026-03-11T10:45:36.013" v="1168" actId="20577"/>
        <pc:sldMkLst>
          <pc:docMk/>
          <pc:sldMk cId="2324317097" sldId="268"/>
        </pc:sldMkLst>
        <pc:spChg chg="mod">
          <ac:chgData name="Millet, Arthur" userId="a1703bcd-6477-40e6-bd50-86ade154c01a" providerId="ADAL" clId="{E3582ADA-4783-4D66-A008-28C1B6DA22FB}" dt="2026-02-10T07:34:57.607" v="203"/>
          <ac:spMkLst>
            <pc:docMk/>
            <pc:sldMk cId="2324317097" sldId="268"/>
            <ac:spMk id="2" creationId="{4E1144C2-4CF7-4642-E8E7-3A7E6DA3779D}"/>
          </ac:spMkLst>
        </pc:spChg>
        <pc:spChg chg="add del mod">
          <ac:chgData name="Millet, Arthur" userId="a1703bcd-6477-40e6-bd50-86ade154c01a" providerId="ADAL" clId="{E3582ADA-4783-4D66-A008-28C1B6DA22FB}" dt="2026-03-11T10:45:36.013" v="1168" actId="20577"/>
          <ac:spMkLst>
            <pc:docMk/>
            <pc:sldMk cId="2324317097" sldId="268"/>
            <ac:spMk id="3" creationId="{1F44B0A4-8C8D-1EA5-074B-F5D5D77B0225}"/>
          </ac:spMkLst>
        </pc:spChg>
      </pc:sldChg>
      <pc:sldChg chg="addSp delSp modSp add mod ord">
        <pc:chgData name="Millet, Arthur" userId="a1703bcd-6477-40e6-bd50-86ade154c01a" providerId="ADAL" clId="{E3582ADA-4783-4D66-A008-28C1B6DA22FB}" dt="2026-02-23T13:33:06.780" v="316"/>
        <pc:sldMkLst>
          <pc:docMk/>
          <pc:sldMk cId="1184120684" sldId="269"/>
        </pc:sldMkLst>
        <pc:spChg chg="mod">
          <ac:chgData name="Millet, Arthur" userId="a1703bcd-6477-40e6-bd50-86ade154c01a" providerId="ADAL" clId="{E3582ADA-4783-4D66-A008-28C1B6DA22FB}" dt="2026-02-10T07:35:26.211" v="227" actId="20577"/>
          <ac:spMkLst>
            <pc:docMk/>
            <pc:sldMk cId="1184120684" sldId="269"/>
            <ac:spMk id="2" creationId="{7CDD9F41-428A-E91B-C3B9-5F3539C1EB4E}"/>
          </ac:spMkLst>
        </pc:spChg>
        <pc:spChg chg="add mod">
          <ac:chgData name="Millet, Arthur" userId="a1703bcd-6477-40e6-bd50-86ade154c01a" providerId="ADAL" clId="{E3582ADA-4783-4D66-A008-28C1B6DA22FB}" dt="2026-02-23T13:25:43.507" v="312" actId="1076"/>
          <ac:spMkLst>
            <pc:docMk/>
            <pc:sldMk cId="1184120684" sldId="269"/>
            <ac:spMk id="6" creationId="{DFD06BB3-A2E3-6071-B30D-33FAE93E5F40}"/>
          </ac:spMkLst>
        </pc:spChg>
        <pc:spChg chg="add mod">
          <ac:chgData name="Millet, Arthur" userId="a1703bcd-6477-40e6-bd50-86ade154c01a" providerId="ADAL" clId="{E3582ADA-4783-4D66-A008-28C1B6DA22FB}" dt="2026-02-23T13:25:43.507" v="312" actId="1076"/>
          <ac:spMkLst>
            <pc:docMk/>
            <pc:sldMk cId="1184120684" sldId="269"/>
            <ac:spMk id="7" creationId="{4E2AAE2C-CB1B-A04D-3DE7-3285BB92D7B0}"/>
          </ac:spMkLst>
        </pc:spChg>
        <pc:spChg chg="add mod">
          <ac:chgData name="Millet, Arthur" userId="a1703bcd-6477-40e6-bd50-86ade154c01a" providerId="ADAL" clId="{E3582ADA-4783-4D66-A008-28C1B6DA22FB}" dt="2026-02-23T13:25:43.507" v="312" actId="1076"/>
          <ac:spMkLst>
            <pc:docMk/>
            <pc:sldMk cId="1184120684" sldId="269"/>
            <ac:spMk id="8" creationId="{25F1CB86-13F3-6EE4-7A5C-C50F2B88691E}"/>
          </ac:spMkLst>
        </pc:spChg>
        <pc:spChg chg="add mod">
          <ac:chgData name="Millet, Arthur" userId="a1703bcd-6477-40e6-bd50-86ade154c01a" providerId="ADAL" clId="{E3582ADA-4783-4D66-A008-28C1B6DA22FB}" dt="2026-02-23T13:25:43.507" v="312" actId="1076"/>
          <ac:spMkLst>
            <pc:docMk/>
            <pc:sldMk cId="1184120684" sldId="269"/>
            <ac:spMk id="9" creationId="{5C6F2317-45E0-C78F-C05A-0098A917CF90}"/>
          </ac:spMkLst>
        </pc:spChg>
        <pc:spChg chg="add mod">
          <ac:chgData name="Millet, Arthur" userId="a1703bcd-6477-40e6-bd50-86ade154c01a" providerId="ADAL" clId="{E3582ADA-4783-4D66-A008-28C1B6DA22FB}" dt="2026-02-23T13:25:43.507" v="312" actId="1076"/>
          <ac:spMkLst>
            <pc:docMk/>
            <pc:sldMk cId="1184120684" sldId="269"/>
            <ac:spMk id="10" creationId="{267927BD-981A-2E86-1B90-60129C3B3CE5}"/>
          </ac:spMkLst>
        </pc:spChg>
        <pc:spChg chg="add mod">
          <ac:chgData name="Millet, Arthur" userId="a1703bcd-6477-40e6-bd50-86ade154c01a" providerId="ADAL" clId="{E3582ADA-4783-4D66-A008-28C1B6DA22FB}" dt="2026-02-23T13:25:43.507" v="312" actId="1076"/>
          <ac:spMkLst>
            <pc:docMk/>
            <pc:sldMk cId="1184120684" sldId="269"/>
            <ac:spMk id="11" creationId="{DDE954B3-F188-D88B-C385-2BFE75CACB20}"/>
          </ac:spMkLst>
        </pc:spChg>
        <pc:spChg chg="add mod">
          <ac:chgData name="Millet, Arthur" userId="a1703bcd-6477-40e6-bd50-86ade154c01a" providerId="ADAL" clId="{E3582ADA-4783-4D66-A008-28C1B6DA22FB}" dt="2026-02-23T13:25:43.507" v="312" actId="1076"/>
          <ac:spMkLst>
            <pc:docMk/>
            <pc:sldMk cId="1184120684" sldId="269"/>
            <ac:spMk id="12" creationId="{C7B4C8E2-D316-D346-573C-E98568EA906B}"/>
          </ac:spMkLst>
        </pc:spChg>
        <pc:spChg chg="add mod">
          <ac:chgData name="Millet, Arthur" userId="a1703bcd-6477-40e6-bd50-86ade154c01a" providerId="ADAL" clId="{E3582ADA-4783-4D66-A008-28C1B6DA22FB}" dt="2026-02-23T13:25:43.507" v="312" actId="1076"/>
          <ac:spMkLst>
            <pc:docMk/>
            <pc:sldMk cId="1184120684" sldId="269"/>
            <ac:spMk id="13" creationId="{F4784A4E-1A4F-6BB6-2A1F-0D315D12A467}"/>
          </ac:spMkLst>
        </pc:spChg>
        <pc:spChg chg="add mod">
          <ac:chgData name="Millet, Arthur" userId="a1703bcd-6477-40e6-bd50-86ade154c01a" providerId="ADAL" clId="{E3582ADA-4783-4D66-A008-28C1B6DA22FB}" dt="2026-02-23T13:25:43.507" v="312" actId="1076"/>
          <ac:spMkLst>
            <pc:docMk/>
            <pc:sldMk cId="1184120684" sldId="269"/>
            <ac:spMk id="14" creationId="{8CE54CE1-A774-59F5-C9F5-F77471B5E39C}"/>
          </ac:spMkLst>
        </pc:spChg>
        <pc:spChg chg="add mod">
          <ac:chgData name="Millet, Arthur" userId="a1703bcd-6477-40e6-bd50-86ade154c01a" providerId="ADAL" clId="{E3582ADA-4783-4D66-A008-28C1B6DA22FB}" dt="2026-02-23T13:25:43.507" v="312" actId="1076"/>
          <ac:spMkLst>
            <pc:docMk/>
            <pc:sldMk cId="1184120684" sldId="269"/>
            <ac:spMk id="16" creationId="{2DDFE2AB-CA6D-B41A-B27A-A80AA9CE671A}"/>
          </ac:spMkLst>
        </pc:spChg>
      </pc:sldChg>
      <pc:sldChg chg="addSp delSp modSp add mod modNotesTx">
        <pc:chgData name="Millet, Arthur" userId="a1703bcd-6477-40e6-bd50-86ade154c01a" providerId="ADAL" clId="{E3582ADA-4783-4D66-A008-28C1B6DA22FB}" dt="2026-03-10T08:44:51.571" v="1131" actId="20577"/>
        <pc:sldMkLst>
          <pc:docMk/>
          <pc:sldMk cId="1470006220" sldId="271"/>
        </pc:sldMkLst>
        <pc:spChg chg="mod">
          <ac:chgData name="Millet, Arthur" userId="a1703bcd-6477-40e6-bd50-86ade154c01a" providerId="ADAL" clId="{E3582ADA-4783-4D66-A008-28C1B6DA22FB}" dt="2026-03-03T07:56:15.386" v="839" actId="20577"/>
          <ac:spMkLst>
            <pc:docMk/>
            <pc:sldMk cId="1470006220" sldId="271"/>
            <ac:spMk id="2" creationId="{B60827BB-AD73-BDB1-1440-CC9D8A390AC7}"/>
          </ac:spMkLst>
        </pc:spChg>
      </pc:sldChg>
      <pc:sldChg chg="addSp delSp modSp add mod">
        <pc:chgData name="Millet, Arthur" userId="a1703bcd-6477-40e6-bd50-86ade154c01a" providerId="ADAL" clId="{E3582ADA-4783-4D66-A008-28C1B6DA22FB}" dt="2026-02-25T12:55:04.203" v="529" actId="20577"/>
        <pc:sldMkLst>
          <pc:docMk/>
          <pc:sldMk cId="2496437291" sldId="272"/>
        </pc:sldMkLst>
        <pc:spChg chg="mod">
          <ac:chgData name="Millet, Arthur" userId="a1703bcd-6477-40e6-bd50-86ade154c01a" providerId="ADAL" clId="{E3582ADA-4783-4D66-A008-28C1B6DA22FB}" dt="2026-02-10T07:36:57.055" v="256" actId="20577"/>
          <ac:spMkLst>
            <pc:docMk/>
            <pc:sldMk cId="2496437291" sldId="272"/>
            <ac:spMk id="2" creationId="{58E8E407-7B48-2BA0-1604-EBCD304DE103}"/>
          </ac:spMkLst>
        </pc:spChg>
      </pc:sldChg>
      <pc:sldChg chg="modSp add mod">
        <pc:chgData name="Millet, Arthur" userId="a1703bcd-6477-40e6-bd50-86ade154c01a" providerId="ADAL" clId="{E3582ADA-4783-4D66-A008-28C1B6DA22FB}" dt="2026-02-10T07:37:13.412" v="275" actId="5793"/>
        <pc:sldMkLst>
          <pc:docMk/>
          <pc:sldMk cId="2860268144" sldId="273"/>
        </pc:sldMkLst>
        <pc:spChg chg="mod">
          <ac:chgData name="Millet, Arthur" userId="a1703bcd-6477-40e6-bd50-86ade154c01a" providerId="ADAL" clId="{E3582ADA-4783-4D66-A008-28C1B6DA22FB}" dt="2026-02-10T07:37:04.883" v="273" actId="20577"/>
          <ac:spMkLst>
            <pc:docMk/>
            <pc:sldMk cId="2860268144" sldId="273"/>
            <ac:spMk id="2" creationId="{94D326D8-11C3-EADA-A2BC-6AEACAAC4924}"/>
          </ac:spMkLst>
        </pc:spChg>
      </pc:sldChg>
      <pc:sldChg chg="addSp delSp modSp add mod">
        <pc:chgData name="Millet, Arthur" userId="a1703bcd-6477-40e6-bd50-86ade154c01a" providerId="ADAL" clId="{E3582ADA-4783-4D66-A008-28C1B6DA22FB}" dt="2026-02-25T13:33:06.504" v="811" actId="122"/>
        <pc:sldMkLst>
          <pc:docMk/>
          <pc:sldMk cId="1737088333" sldId="275"/>
        </pc:sldMkLst>
        <pc:spChg chg="mod">
          <ac:chgData name="Millet, Arthur" userId="a1703bcd-6477-40e6-bd50-86ade154c01a" providerId="ADAL" clId="{E3582ADA-4783-4D66-A008-28C1B6DA22FB}" dt="2026-02-10T07:37:37.627" v="282"/>
          <ac:spMkLst>
            <pc:docMk/>
            <pc:sldMk cId="1737088333" sldId="275"/>
            <ac:spMk id="2" creationId="{4434459E-BC9F-BA40-2193-F50B197ECDB0}"/>
          </ac:spMkLst>
        </pc:spChg>
        <pc:spChg chg="add mod">
          <ac:chgData name="Millet, Arthur" userId="a1703bcd-6477-40e6-bd50-86ade154c01a" providerId="ADAL" clId="{E3582ADA-4783-4D66-A008-28C1B6DA22FB}" dt="2026-02-25T13:33:06.504" v="811" actId="122"/>
          <ac:spMkLst>
            <pc:docMk/>
            <pc:sldMk cId="1737088333" sldId="275"/>
            <ac:spMk id="6" creationId="{9955DFFE-40AC-2FD7-C87F-F45BABCA87A1}"/>
          </ac:spMkLst>
        </pc:spChg>
        <pc:spChg chg="add mod">
          <ac:chgData name="Millet, Arthur" userId="a1703bcd-6477-40e6-bd50-86ade154c01a" providerId="ADAL" clId="{E3582ADA-4783-4D66-A008-28C1B6DA22FB}" dt="2026-02-25T13:31:35.696" v="742" actId="14100"/>
          <ac:spMkLst>
            <pc:docMk/>
            <pc:sldMk cId="1737088333" sldId="275"/>
            <ac:spMk id="8" creationId="{AB7FD5C1-12A6-2588-DF43-A9353D7BF928}"/>
          </ac:spMkLst>
        </pc:spChg>
        <pc:spChg chg="add mod">
          <ac:chgData name="Millet, Arthur" userId="a1703bcd-6477-40e6-bd50-86ade154c01a" providerId="ADAL" clId="{E3582ADA-4783-4D66-A008-28C1B6DA22FB}" dt="2026-02-25T13:32:48.194" v="805" actId="20577"/>
          <ac:spMkLst>
            <pc:docMk/>
            <pc:sldMk cId="1737088333" sldId="275"/>
            <ac:spMk id="10" creationId="{EDC1612B-CE3D-5385-9DAC-DDA9E9A85B01}"/>
          </ac:spMkLst>
        </pc:spChg>
        <pc:spChg chg="add mod">
          <ac:chgData name="Millet, Arthur" userId="a1703bcd-6477-40e6-bd50-86ade154c01a" providerId="ADAL" clId="{E3582ADA-4783-4D66-A008-28C1B6DA22FB}" dt="2026-02-25T13:31:39.297" v="743" actId="14100"/>
          <ac:spMkLst>
            <pc:docMk/>
            <pc:sldMk cId="1737088333" sldId="275"/>
            <ac:spMk id="12" creationId="{9AA4237B-5169-D67C-AD76-D97CD9EFB082}"/>
          </ac:spMkLst>
        </pc:spChg>
        <pc:picChg chg="add mod">
          <ac:chgData name="Millet, Arthur" userId="a1703bcd-6477-40e6-bd50-86ade154c01a" providerId="ADAL" clId="{E3582ADA-4783-4D66-A008-28C1B6DA22FB}" dt="2026-02-25T13:29:29.852" v="730" actId="1076"/>
          <ac:picMkLst>
            <pc:docMk/>
            <pc:sldMk cId="1737088333" sldId="275"/>
            <ac:picMk id="1026" creationId="{7F793092-7E16-4FE8-EDE7-235BDF7ECC13}"/>
          </ac:picMkLst>
        </pc:picChg>
      </pc:sldChg>
      <pc:sldChg chg="addSp delSp modSp add mod">
        <pc:chgData name="Millet, Arthur" userId="a1703bcd-6477-40e6-bd50-86ade154c01a" providerId="ADAL" clId="{E3582ADA-4783-4D66-A008-28C1B6DA22FB}" dt="2026-02-25T16:17:37.600" v="819" actId="478"/>
        <pc:sldMkLst>
          <pc:docMk/>
          <pc:sldMk cId="2173064140" sldId="276"/>
        </pc:sldMkLst>
        <pc:spChg chg="mod">
          <ac:chgData name="Millet, Arthur" userId="a1703bcd-6477-40e6-bd50-86ade154c01a" providerId="ADAL" clId="{E3582ADA-4783-4D66-A008-28C1B6DA22FB}" dt="2026-02-10T07:29:13.067" v="122"/>
          <ac:spMkLst>
            <pc:docMk/>
            <pc:sldMk cId="2173064140" sldId="276"/>
            <ac:spMk id="3" creationId="{6FB5992B-1621-2193-255B-AEDAB0F43099}"/>
          </ac:spMkLst>
        </pc:spChg>
        <pc:spChg chg="add del">
          <ac:chgData name="Millet, Arthur" userId="a1703bcd-6477-40e6-bd50-86ade154c01a" providerId="ADAL" clId="{E3582ADA-4783-4D66-A008-28C1B6DA22FB}" dt="2026-02-25T16:17:37.600" v="819" actId="478"/>
          <ac:spMkLst>
            <pc:docMk/>
            <pc:sldMk cId="2173064140" sldId="276"/>
            <ac:spMk id="8" creationId="{96FD8075-8204-35FF-7519-739D80439DA7}"/>
          </ac:spMkLst>
        </pc:spChg>
      </pc:sldChg>
      <pc:sldChg chg="addSp delSp modSp add mod modNotesTx">
        <pc:chgData name="Millet, Arthur" userId="a1703bcd-6477-40e6-bd50-86ade154c01a" providerId="ADAL" clId="{E3582ADA-4783-4D66-A008-28C1B6DA22FB}" dt="2026-03-11T12:51:24.996" v="1176" actId="20577"/>
        <pc:sldMkLst>
          <pc:docMk/>
          <pc:sldMk cId="2143370218" sldId="278"/>
        </pc:sldMkLst>
        <pc:spChg chg="add mod">
          <ac:chgData name="Millet, Arthur" userId="a1703bcd-6477-40e6-bd50-86ade154c01a" providerId="ADAL" clId="{E3582ADA-4783-4D66-A008-28C1B6DA22FB}" dt="2026-02-24T14:52:23.834" v="388" actId="1076"/>
          <ac:spMkLst>
            <pc:docMk/>
            <pc:sldMk cId="2143370218" sldId="278"/>
            <ac:spMk id="14" creationId="{904AB0BF-7B68-0D11-D32F-C2D6AD61852C}"/>
          </ac:spMkLst>
        </pc:spChg>
        <pc:spChg chg="add mod">
          <ac:chgData name="Millet, Arthur" userId="a1703bcd-6477-40e6-bd50-86ade154c01a" providerId="ADAL" clId="{E3582ADA-4783-4D66-A008-28C1B6DA22FB}" dt="2026-02-24T14:52:52.612" v="392" actId="1076"/>
          <ac:spMkLst>
            <pc:docMk/>
            <pc:sldMk cId="2143370218" sldId="278"/>
            <ac:spMk id="15" creationId="{72FB5B32-446E-67B8-C5F2-AFE5D2E71643}"/>
          </ac:spMkLst>
        </pc:spChg>
        <pc:spChg chg="add mod">
          <ac:chgData name="Millet, Arthur" userId="a1703bcd-6477-40e6-bd50-86ade154c01a" providerId="ADAL" clId="{E3582ADA-4783-4D66-A008-28C1B6DA22FB}" dt="2026-02-24T14:52:46.914" v="391" actId="1076"/>
          <ac:spMkLst>
            <pc:docMk/>
            <pc:sldMk cId="2143370218" sldId="278"/>
            <ac:spMk id="16" creationId="{F524B1DC-80E9-50D7-AE8F-054644E53CF6}"/>
          </ac:spMkLst>
        </pc:spChg>
        <pc:spChg chg="add mod">
          <ac:chgData name="Millet, Arthur" userId="a1703bcd-6477-40e6-bd50-86ade154c01a" providerId="ADAL" clId="{E3582ADA-4783-4D66-A008-28C1B6DA22FB}" dt="2026-02-24T14:52:35.454" v="390" actId="1076"/>
          <ac:spMkLst>
            <pc:docMk/>
            <pc:sldMk cId="2143370218" sldId="278"/>
            <ac:spMk id="17" creationId="{8F5331E1-2CD2-E70F-6174-CA1FF619281E}"/>
          </ac:spMkLst>
        </pc:spChg>
        <pc:spChg chg="add mod">
          <ac:chgData name="Millet, Arthur" userId="a1703bcd-6477-40e6-bd50-86ade154c01a" providerId="ADAL" clId="{E3582ADA-4783-4D66-A008-28C1B6DA22FB}" dt="2026-02-24T14:53:35.517" v="395" actId="1076"/>
          <ac:spMkLst>
            <pc:docMk/>
            <pc:sldMk cId="2143370218" sldId="278"/>
            <ac:spMk id="18" creationId="{0AC8561D-C157-1571-D35C-04ED8DFB378B}"/>
          </ac:spMkLst>
        </pc:spChg>
        <pc:spChg chg="add mod">
          <ac:chgData name="Millet, Arthur" userId="a1703bcd-6477-40e6-bd50-86ade154c01a" providerId="ADAL" clId="{E3582ADA-4783-4D66-A008-28C1B6DA22FB}" dt="2026-02-24T14:52:23.834" v="388" actId="1076"/>
          <ac:spMkLst>
            <pc:docMk/>
            <pc:sldMk cId="2143370218" sldId="278"/>
            <ac:spMk id="19" creationId="{D9AE2630-C73B-E3A2-9880-AAC99281F545}"/>
          </ac:spMkLst>
        </pc:spChg>
        <pc:spChg chg="add mod">
          <ac:chgData name="Millet, Arthur" userId="a1703bcd-6477-40e6-bd50-86ade154c01a" providerId="ADAL" clId="{E3582ADA-4783-4D66-A008-28C1B6DA22FB}" dt="2026-02-24T14:59:31.585" v="441" actId="122"/>
          <ac:spMkLst>
            <pc:docMk/>
            <pc:sldMk cId="2143370218" sldId="278"/>
            <ac:spMk id="22" creationId="{22895FC6-A632-4BCB-807D-CE25D63B1DC9}"/>
          </ac:spMkLst>
        </pc:spChg>
        <pc:spChg chg="add mod">
          <ac:chgData name="Millet, Arthur" userId="a1703bcd-6477-40e6-bd50-86ade154c01a" providerId="ADAL" clId="{E3582ADA-4783-4D66-A008-28C1B6DA22FB}" dt="2026-02-24T14:59:31.585" v="441" actId="122"/>
          <ac:spMkLst>
            <pc:docMk/>
            <pc:sldMk cId="2143370218" sldId="278"/>
            <ac:spMk id="30" creationId="{527D41D3-DCAF-A7EF-C96F-B78150D56368}"/>
          </ac:spMkLst>
        </pc:spChg>
        <pc:spChg chg="add mod">
          <ac:chgData name="Millet, Arthur" userId="a1703bcd-6477-40e6-bd50-86ade154c01a" providerId="ADAL" clId="{E3582ADA-4783-4D66-A008-28C1B6DA22FB}" dt="2026-02-24T14:59:31.585" v="441" actId="122"/>
          <ac:spMkLst>
            <pc:docMk/>
            <pc:sldMk cId="2143370218" sldId="278"/>
            <ac:spMk id="35" creationId="{1B1D4840-3CBF-4184-2177-9178688C92EF}"/>
          </ac:spMkLst>
        </pc:spChg>
        <pc:spChg chg="add mod">
          <ac:chgData name="Millet, Arthur" userId="a1703bcd-6477-40e6-bd50-86ade154c01a" providerId="ADAL" clId="{E3582ADA-4783-4D66-A008-28C1B6DA22FB}" dt="2026-03-05T14:43:54.529" v="1122" actId="20577"/>
          <ac:spMkLst>
            <pc:docMk/>
            <pc:sldMk cId="2143370218" sldId="278"/>
            <ac:spMk id="36" creationId="{72405A9E-5AB5-C093-575F-EF69E15EA712}"/>
          </ac:spMkLst>
        </pc:spChg>
        <pc:spChg chg="add mod">
          <ac:chgData name="Millet, Arthur" userId="a1703bcd-6477-40e6-bd50-86ade154c01a" providerId="ADAL" clId="{E3582ADA-4783-4D66-A008-28C1B6DA22FB}" dt="2026-02-24T15:00:02.046" v="453" actId="1076"/>
          <ac:spMkLst>
            <pc:docMk/>
            <pc:sldMk cId="2143370218" sldId="278"/>
            <ac:spMk id="37" creationId="{8DEA1C7F-71A4-2843-7CC2-C6BB293FEA31}"/>
          </ac:spMkLst>
        </pc:spChg>
        <pc:spChg chg="add mod">
          <ac:chgData name="Millet, Arthur" userId="a1703bcd-6477-40e6-bd50-86ade154c01a" providerId="ADAL" clId="{E3582ADA-4783-4D66-A008-28C1B6DA22FB}" dt="2026-02-24T14:59:58.151" v="452" actId="1076"/>
          <ac:spMkLst>
            <pc:docMk/>
            <pc:sldMk cId="2143370218" sldId="278"/>
            <ac:spMk id="38" creationId="{F91FD7DC-C511-A7F7-DCA0-7EA59A4D03CB}"/>
          </ac:spMkLst>
        </pc:spChg>
        <pc:picChg chg="add mod">
          <ac:chgData name="Millet, Arthur" userId="a1703bcd-6477-40e6-bd50-86ade154c01a" providerId="ADAL" clId="{E3582ADA-4783-4D66-A008-28C1B6DA22FB}" dt="2026-02-24T14:52:16.260" v="387" actId="1076"/>
          <ac:picMkLst>
            <pc:docMk/>
            <pc:sldMk cId="2143370218" sldId="278"/>
            <ac:picMk id="13" creationId="{6DDDF670-6FD3-CCD8-812A-90A4A99E703E}"/>
          </ac:picMkLst>
        </pc:picChg>
        <pc:cxnChg chg="add mod">
          <ac:chgData name="Millet, Arthur" userId="a1703bcd-6477-40e6-bd50-86ade154c01a" providerId="ADAL" clId="{E3582ADA-4783-4D66-A008-28C1B6DA22FB}" dt="2026-02-24T15:02:41.832" v="481" actId="208"/>
          <ac:cxnSpMkLst>
            <pc:docMk/>
            <pc:sldMk cId="2143370218" sldId="278"/>
            <ac:cxnSpMk id="59" creationId="{337AF6C4-3830-38A0-ED35-48DA7C3849F3}"/>
          </ac:cxnSpMkLst>
        </pc:cxnChg>
        <pc:cxnChg chg="add mod">
          <ac:chgData name="Millet, Arthur" userId="a1703bcd-6477-40e6-bd50-86ade154c01a" providerId="ADAL" clId="{E3582ADA-4783-4D66-A008-28C1B6DA22FB}" dt="2026-02-24T15:02:52.339" v="484" actId="14100"/>
          <ac:cxnSpMkLst>
            <pc:docMk/>
            <pc:sldMk cId="2143370218" sldId="278"/>
            <ac:cxnSpMk id="60" creationId="{1A9BB960-3104-89CB-D0E4-9E590D80FD13}"/>
          </ac:cxnSpMkLst>
        </pc:cxnChg>
        <pc:cxnChg chg="add mod">
          <ac:chgData name="Millet, Arthur" userId="a1703bcd-6477-40e6-bd50-86ade154c01a" providerId="ADAL" clId="{E3582ADA-4783-4D66-A008-28C1B6DA22FB}" dt="2026-02-24T15:03:11.192" v="487" actId="14100"/>
          <ac:cxnSpMkLst>
            <pc:docMk/>
            <pc:sldMk cId="2143370218" sldId="278"/>
            <ac:cxnSpMk id="63" creationId="{7BF5709C-1B5E-FD7B-D765-6182EF0E22A3}"/>
          </ac:cxnSpMkLst>
        </pc:cxnChg>
        <pc:cxnChg chg="add mod">
          <ac:chgData name="Millet, Arthur" userId="a1703bcd-6477-40e6-bd50-86ade154c01a" providerId="ADAL" clId="{E3582ADA-4783-4D66-A008-28C1B6DA22FB}" dt="2026-02-24T15:03:36.223" v="491" actId="14100"/>
          <ac:cxnSpMkLst>
            <pc:docMk/>
            <pc:sldMk cId="2143370218" sldId="278"/>
            <ac:cxnSpMk id="66" creationId="{1E36F81D-A530-ACD5-1278-1FF4C861B700}"/>
          </ac:cxnSpMkLst>
        </pc:cxnChg>
        <pc:cxnChg chg="add mod">
          <ac:chgData name="Millet, Arthur" userId="a1703bcd-6477-40e6-bd50-86ade154c01a" providerId="ADAL" clId="{E3582ADA-4783-4D66-A008-28C1B6DA22FB}" dt="2026-02-24T15:03:47.366" v="494" actId="14100"/>
          <ac:cxnSpMkLst>
            <pc:docMk/>
            <pc:sldMk cId="2143370218" sldId="278"/>
            <ac:cxnSpMk id="69" creationId="{146CE9A2-7027-E313-FBA0-AAFC10784040}"/>
          </ac:cxnSpMkLst>
        </pc:cxnChg>
        <pc:cxnChg chg="add mod">
          <ac:chgData name="Millet, Arthur" userId="a1703bcd-6477-40e6-bd50-86ade154c01a" providerId="ADAL" clId="{E3582ADA-4783-4D66-A008-28C1B6DA22FB}" dt="2026-02-24T15:03:56.725" v="497" actId="14100"/>
          <ac:cxnSpMkLst>
            <pc:docMk/>
            <pc:sldMk cId="2143370218" sldId="278"/>
            <ac:cxnSpMk id="72" creationId="{0C722345-229C-215D-9FED-6D3DB083619A}"/>
          </ac:cxnSpMkLst>
        </pc:cxnChg>
      </pc:sldChg>
      <pc:sldChg chg="add">
        <pc:chgData name="Millet, Arthur" userId="a1703bcd-6477-40e6-bd50-86ade154c01a" providerId="ADAL" clId="{E3582ADA-4783-4D66-A008-28C1B6DA22FB}" dt="2026-02-26T10:09:10.514" v="822" actId="2890"/>
        <pc:sldMkLst>
          <pc:docMk/>
          <pc:sldMk cId="3754955320" sldId="279"/>
        </pc:sldMkLst>
      </pc:sldChg>
      <pc:sldChg chg="add">
        <pc:chgData name="Millet, Arthur" userId="a1703bcd-6477-40e6-bd50-86ade154c01a" providerId="ADAL" clId="{E3582ADA-4783-4D66-A008-28C1B6DA22FB}" dt="2026-03-02T09:15:08.515" v="824" actId="2890"/>
        <pc:sldMkLst>
          <pc:docMk/>
          <pc:sldMk cId="2126487161" sldId="280"/>
        </pc:sldMkLst>
      </pc:sldChg>
    </pc:docChg>
  </pc:docChgLst>
  <pc:docChgLst>
    <pc:chgData name="Guest User" userId="S::urn:spo:tenantanon#a270c1c3-8ae5-482f-a3dc-7a4cc780ed32::" providerId="AD" clId="Web-{282C7706-EB2C-F949-4EFB-97DAA66D6884}"/>
    <pc:docChg chg="modSld modMainMaster">
      <pc:chgData name="Guest User" userId="S::urn:spo:tenantanon#a270c1c3-8ae5-482f-a3dc-7a4cc780ed32::" providerId="AD" clId="Web-{282C7706-EB2C-F949-4EFB-97DAA66D6884}" dt="2026-02-25T14:21:33.258" v="127"/>
      <pc:docMkLst>
        <pc:docMk/>
      </pc:docMkLst>
      <pc:sldChg chg="mod">
        <pc:chgData name="Guest User" userId="S::urn:spo:tenantanon#a270c1c3-8ae5-482f-a3dc-7a4cc780ed32::" providerId="AD" clId="Web-{282C7706-EB2C-F949-4EFB-97DAA66D6884}" dt="2026-02-25T13:48:56.307" v="66"/>
        <pc:sldMkLst>
          <pc:docMk/>
          <pc:sldMk cId="1876756054" sldId="257"/>
        </pc:sldMkLst>
      </pc:sldChg>
      <pc:sldChg chg="mod">
        <pc:chgData name="Guest User" userId="S::urn:spo:tenantanon#a270c1c3-8ae5-482f-a3dc-7a4cc780ed32::" providerId="AD" clId="Web-{282C7706-EB2C-F949-4EFB-97DAA66D6884}" dt="2026-02-25T13:48:56.307" v="66"/>
        <pc:sldMkLst>
          <pc:docMk/>
          <pc:sldMk cId="1169920918" sldId="258"/>
        </pc:sldMkLst>
      </pc:sldChg>
      <pc:sldChg chg="mod">
        <pc:chgData name="Guest User" userId="S::urn:spo:tenantanon#a270c1c3-8ae5-482f-a3dc-7a4cc780ed32::" providerId="AD" clId="Web-{282C7706-EB2C-F949-4EFB-97DAA66D6884}" dt="2026-02-25T13:48:56.307" v="66"/>
        <pc:sldMkLst>
          <pc:docMk/>
          <pc:sldMk cId="1334558031" sldId="259"/>
        </pc:sldMkLst>
      </pc:sldChg>
      <pc:sldChg chg="mod">
        <pc:chgData name="Guest User" userId="S::urn:spo:tenantanon#a270c1c3-8ae5-482f-a3dc-7a4cc780ed32::" providerId="AD" clId="Web-{282C7706-EB2C-F949-4EFB-97DAA66D6884}" dt="2026-02-25T13:48:56.307" v="66"/>
        <pc:sldMkLst>
          <pc:docMk/>
          <pc:sldMk cId="807116799" sldId="261"/>
        </pc:sldMkLst>
      </pc:sldChg>
      <pc:sldChg chg="mod">
        <pc:chgData name="Guest User" userId="S::urn:spo:tenantanon#a270c1c3-8ae5-482f-a3dc-7a4cc780ed32::" providerId="AD" clId="Web-{282C7706-EB2C-F949-4EFB-97DAA66D6884}" dt="2026-02-25T13:48:56.307" v="66"/>
        <pc:sldMkLst>
          <pc:docMk/>
          <pc:sldMk cId="3661281455" sldId="262"/>
        </pc:sldMkLst>
      </pc:sldChg>
      <pc:sldChg chg="mod">
        <pc:chgData name="Guest User" userId="S::urn:spo:tenantanon#a270c1c3-8ae5-482f-a3dc-7a4cc780ed32::" providerId="AD" clId="Web-{282C7706-EB2C-F949-4EFB-97DAA66D6884}" dt="2026-02-25T13:48:56.307" v="66"/>
        <pc:sldMkLst>
          <pc:docMk/>
          <pc:sldMk cId="534267191" sldId="263"/>
        </pc:sldMkLst>
      </pc:sldChg>
      <pc:sldChg chg="mod">
        <pc:chgData name="Guest User" userId="S::urn:spo:tenantanon#a270c1c3-8ae5-482f-a3dc-7a4cc780ed32::" providerId="AD" clId="Web-{282C7706-EB2C-F949-4EFB-97DAA66D6884}" dt="2026-02-25T13:48:56.307" v="66"/>
        <pc:sldMkLst>
          <pc:docMk/>
          <pc:sldMk cId="3264900219" sldId="264"/>
        </pc:sldMkLst>
      </pc:sldChg>
      <pc:sldChg chg="mod">
        <pc:chgData name="Guest User" userId="S::urn:spo:tenantanon#a270c1c3-8ae5-482f-a3dc-7a4cc780ed32::" providerId="AD" clId="Web-{282C7706-EB2C-F949-4EFB-97DAA66D6884}" dt="2026-02-25T13:48:56.307" v="66"/>
        <pc:sldMkLst>
          <pc:docMk/>
          <pc:sldMk cId="2178072487" sldId="265"/>
        </pc:sldMkLst>
      </pc:sldChg>
      <pc:sldChg chg="mod">
        <pc:chgData name="Guest User" userId="S::urn:spo:tenantanon#a270c1c3-8ae5-482f-a3dc-7a4cc780ed32::" providerId="AD" clId="Web-{282C7706-EB2C-F949-4EFB-97DAA66D6884}" dt="2026-02-25T13:48:56.307" v="66"/>
        <pc:sldMkLst>
          <pc:docMk/>
          <pc:sldMk cId="435214088" sldId="267"/>
        </pc:sldMkLst>
      </pc:sldChg>
      <pc:sldChg chg="modSp mod">
        <pc:chgData name="Guest User" userId="S::urn:spo:tenantanon#a270c1c3-8ae5-482f-a3dc-7a4cc780ed32::" providerId="AD" clId="Web-{282C7706-EB2C-F949-4EFB-97DAA66D6884}" dt="2026-02-25T13:48:56.307" v="66"/>
        <pc:sldMkLst>
          <pc:docMk/>
          <pc:sldMk cId="2324317097" sldId="268"/>
        </pc:sldMkLst>
        <pc:spChg chg="mod">
          <ac:chgData name="Guest User" userId="S::urn:spo:tenantanon#a270c1c3-8ae5-482f-a3dc-7a4cc780ed32::" providerId="AD" clId="Web-{282C7706-EB2C-F949-4EFB-97DAA66D6884}" dt="2026-02-25T13:41:54.636" v="12" actId="20577"/>
          <ac:spMkLst>
            <pc:docMk/>
            <pc:sldMk cId="2324317097" sldId="268"/>
            <ac:spMk id="3" creationId="{1F44B0A4-8C8D-1EA5-074B-F5D5D77B0225}"/>
          </ac:spMkLst>
        </pc:spChg>
      </pc:sldChg>
      <pc:sldChg chg="mod">
        <pc:chgData name="Guest User" userId="S::urn:spo:tenantanon#a270c1c3-8ae5-482f-a3dc-7a4cc780ed32::" providerId="AD" clId="Web-{282C7706-EB2C-F949-4EFB-97DAA66D6884}" dt="2026-02-25T13:48:56.307" v="66"/>
        <pc:sldMkLst>
          <pc:docMk/>
          <pc:sldMk cId="1184120684" sldId="269"/>
        </pc:sldMkLst>
      </pc:sldChg>
      <pc:sldChg chg="mod">
        <pc:chgData name="Guest User" userId="S::urn:spo:tenantanon#a270c1c3-8ae5-482f-a3dc-7a4cc780ed32::" providerId="AD" clId="Web-{282C7706-EB2C-F949-4EFB-97DAA66D6884}" dt="2026-02-25T13:48:56.307" v="66"/>
        <pc:sldMkLst>
          <pc:docMk/>
          <pc:sldMk cId="1470006220" sldId="271"/>
        </pc:sldMkLst>
      </pc:sldChg>
      <pc:sldChg chg="mod">
        <pc:chgData name="Guest User" userId="S::urn:spo:tenantanon#a270c1c3-8ae5-482f-a3dc-7a4cc780ed32::" providerId="AD" clId="Web-{282C7706-EB2C-F949-4EFB-97DAA66D6884}" dt="2026-02-25T13:48:56.307" v="66"/>
        <pc:sldMkLst>
          <pc:docMk/>
          <pc:sldMk cId="2496437291" sldId="272"/>
        </pc:sldMkLst>
      </pc:sldChg>
      <pc:sldChg chg="mod">
        <pc:chgData name="Guest User" userId="S::urn:spo:tenantanon#a270c1c3-8ae5-482f-a3dc-7a4cc780ed32::" providerId="AD" clId="Web-{282C7706-EB2C-F949-4EFB-97DAA66D6884}" dt="2026-02-25T13:48:56.307" v="66"/>
        <pc:sldMkLst>
          <pc:docMk/>
          <pc:sldMk cId="2860268144" sldId="273"/>
        </pc:sldMkLst>
      </pc:sldChg>
      <pc:sldChg chg="mod">
        <pc:chgData name="Guest User" userId="S::urn:spo:tenantanon#a270c1c3-8ae5-482f-a3dc-7a4cc780ed32::" providerId="AD" clId="Web-{282C7706-EB2C-F949-4EFB-97DAA66D6884}" dt="2026-02-25T13:48:56.307" v="66"/>
        <pc:sldMkLst>
          <pc:docMk/>
          <pc:sldMk cId="1737088333" sldId="275"/>
        </pc:sldMkLst>
      </pc:sldChg>
      <pc:sldChg chg="addSp delSp modSp mod setBg">
        <pc:chgData name="Guest User" userId="S::urn:spo:tenantanon#a270c1c3-8ae5-482f-a3dc-7a4cc780ed32::" providerId="AD" clId="Web-{282C7706-EB2C-F949-4EFB-97DAA66D6884}" dt="2026-02-25T14:21:33.258" v="127"/>
        <pc:sldMkLst>
          <pc:docMk/>
          <pc:sldMk cId="2173064140" sldId="276"/>
        </pc:sldMkLst>
        <pc:spChg chg="mod">
          <ac:chgData name="Guest User" userId="S::urn:spo:tenantanon#a270c1c3-8ae5-482f-a3dc-7a4cc780ed32::" providerId="AD" clId="Web-{282C7706-EB2C-F949-4EFB-97DAA66D6884}" dt="2026-02-25T13:52:39.181" v="106" actId="20577"/>
          <ac:spMkLst>
            <pc:docMk/>
            <pc:sldMk cId="2173064140" sldId="276"/>
            <ac:spMk id="3" creationId="{6FB5992B-1621-2193-255B-AEDAB0F43099}"/>
          </ac:spMkLst>
        </pc:spChg>
      </pc:sldChg>
      <pc:sldChg chg="mod">
        <pc:chgData name="Guest User" userId="S::urn:spo:tenantanon#a270c1c3-8ae5-482f-a3dc-7a4cc780ed32::" providerId="AD" clId="Web-{282C7706-EB2C-F949-4EFB-97DAA66D6884}" dt="2026-02-25T13:48:56.307" v="66"/>
        <pc:sldMkLst>
          <pc:docMk/>
          <pc:sldMk cId="955617575" sldId="277"/>
        </pc:sldMkLst>
      </pc:sldChg>
      <pc:sldChg chg="modSp mod">
        <pc:chgData name="Guest User" userId="S::urn:spo:tenantanon#a270c1c3-8ae5-482f-a3dc-7a4cc780ed32::" providerId="AD" clId="Web-{282C7706-EB2C-F949-4EFB-97DAA66D6884}" dt="2026-02-25T13:48:56.307" v="66"/>
        <pc:sldMkLst>
          <pc:docMk/>
          <pc:sldMk cId="2143370218" sldId="278"/>
        </pc:sldMkLst>
        <pc:spChg chg="mod">
          <ac:chgData name="Guest User" userId="S::urn:spo:tenantanon#a270c1c3-8ae5-482f-a3dc-7a4cc780ed32::" providerId="AD" clId="Web-{282C7706-EB2C-F949-4EFB-97DAA66D6884}" dt="2026-02-25T13:44:18.870" v="21" actId="20577"/>
          <ac:spMkLst>
            <pc:docMk/>
            <pc:sldMk cId="2143370218" sldId="278"/>
            <ac:spMk id="2" creationId="{1FAA658F-CC7B-96A1-D2E5-6091CF5E54D5}"/>
          </ac:spMkLst>
        </pc:spChg>
        <pc:spChg chg="mod">
          <ac:chgData name="Guest User" userId="S::urn:spo:tenantanon#a270c1c3-8ae5-482f-a3dc-7a4cc780ed32::" providerId="AD" clId="Web-{282C7706-EB2C-F949-4EFB-97DAA66D6884}" dt="2026-02-25T13:46:48.932" v="52" actId="20577"/>
          <ac:spMkLst>
            <pc:docMk/>
            <pc:sldMk cId="2143370218" sldId="278"/>
            <ac:spMk id="14" creationId="{904AB0BF-7B68-0D11-D32F-C2D6AD61852C}"/>
          </ac:spMkLst>
        </pc:spChg>
        <pc:spChg chg="mod">
          <ac:chgData name="Guest User" userId="S::urn:spo:tenantanon#a270c1c3-8ae5-482f-a3dc-7a4cc780ed32::" providerId="AD" clId="Web-{282C7706-EB2C-F949-4EFB-97DAA66D6884}" dt="2026-02-25T13:46:21.932" v="44" actId="20577"/>
          <ac:spMkLst>
            <pc:docMk/>
            <pc:sldMk cId="2143370218" sldId="278"/>
            <ac:spMk id="15" creationId="{72FB5B32-446E-67B8-C5F2-AFE5D2E71643}"/>
          </ac:spMkLst>
        </pc:spChg>
        <pc:spChg chg="mod">
          <ac:chgData name="Guest User" userId="S::urn:spo:tenantanon#a270c1c3-8ae5-482f-a3dc-7a4cc780ed32::" providerId="AD" clId="Web-{282C7706-EB2C-F949-4EFB-97DAA66D6884}" dt="2026-02-25T13:45:25.526" v="39"/>
          <ac:spMkLst>
            <pc:docMk/>
            <pc:sldMk cId="2143370218" sldId="278"/>
            <ac:spMk id="16" creationId="{F524B1DC-80E9-50D7-AE8F-054644E53CF6}"/>
          </ac:spMkLst>
        </pc:spChg>
        <pc:spChg chg="mod">
          <ac:chgData name="Guest User" userId="S::urn:spo:tenantanon#a270c1c3-8ae5-482f-a3dc-7a4cc780ed32::" providerId="AD" clId="Web-{282C7706-EB2C-F949-4EFB-97DAA66D6884}" dt="2026-02-25T13:45:16.666" v="36" actId="20577"/>
          <ac:spMkLst>
            <pc:docMk/>
            <pc:sldMk cId="2143370218" sldId="278"/>
            <ac:spMk id="17" creationId="{8F5331E1-2CD2-E70F-6174-CA1FF619281E}"/>
          </ac:spMkLst>
        </pc:spChg>
        <pc:spChg chg="mod">
          <ac:chgData name="Guest User" userId="S::urn:spo:tenantanon#a270c1c3-8ae5-482f-a3dc-7a4cc780ed32::" providerId="AD" clId="Web-{282C7706-EB2C-F949-4EFB-97DAA66D6884}" dt="2026-02-25T13:45:29.932" v="41" actId="20577"/>
          <ac:spMkLst>
            <pc:docMk/>
            <pc:sldMk cId="2143370218" sldId="278"/>
            <ac:spMk id="18" creationId="{0AC8561D-C157-1571-D35C-04ED8DFB378B}"/>
          </ac:spMkLst>
        </pc:spChg>
        <pc:spChg chg="mod">
          <ac:chgData name="Guest User" userId="S::urn:spo:tenantanon#a270c1c3-8ae5-482f-a3dc-7a4cc780ed32::" providerId="AD" clId="Web-{282C7706-EB2C-F949-4EFB-97DAA66D6884}" dt="2026-02-25T13:46:56.213" v="55"/>
          <ac:spMkLst>
            <pc:docMk/>
            <pc:sldMk cId="2143370218" sldId="278"/>
            <ac:spMk id="19" creationId="{D9AE2630-C73B-E3A2-9880-AAC99281F545}"/>
          </ac:spMkLst>
        </pc:spChg>
        <pc:spChg chg="mod">
          <ac:chgData name="Guest User" userId="S::urn:spo:tenantanon#a270c1c3-8ae5-482f-a3dc-7a4cc780ed32::" providerId="AD" clId="Web-{282C7706-EB2C-F949-4EFB-97DAA66D6884}" dt="2026-02-25T13:46:40.744" v="49"/>
          <ac:spMkLst>
            <pc:docMk/>
            <pc:sldMk cId="2143370218" sldId="278"/>
            <ac:spMk id="22" creationId="{22895FC6-A632-4BCB-807D-CE25D63B1DC9}"/>
          </ac:spMkLst>
        </pc:spChg>
        <pc:spChg chg="mod">
          <ac:chgData name="Guest User" userId="S::urn:spo:tenantanon#a270c1c3-8ae5-482f-a3dc-7a4cc780ed32::" providerId="AD" clId="Web-{282C7706-EB2C-F949-4EFB-97DAA66D6884}" dt="2026-02-25T13:47:02.541" v="59"/>
          <ac:spMkLst>
            <pc:docMk/>
            <pc:sldMk cId="2143370218" sldId="278"/>
            <ac:spMk id="30" creationId="{527D41D3-DCAF-A7EF-C96F-B78150D56368}"/>
          </ac:spMkLst>
        </pc:spChg>
        <pc:spChg chg="mod">
          <ac:chgData name="Guest User" userId="S::urn:spo:tenantanon#a270c1c3-8ae5-482f-a3dc-7a4cc780ed32::" providerId="AD" clId="Web-{282C7706-EB2C-F949-4EFB-97DAA66D6884}" dt="2026-02-25T13:46:29.494" v="47" actId="20577"/>
          <ac:spMkLst>
            <pc:docMk/>
            <pc:sldMk cId="2143370218" sldId="278"/>
            <ac:spMk id="35" creationId="{1B1D4840-3CBF-4184-2177-9178688C92EF}"/>
          </ac:spMkLst>
        </pc:spChg>
        <pc:spChg chg="mod">
          <ac:chgData name="Guest User" userId="S::urn:spo:tenantanon#a270c1c3-8ae5-482f-a3dc-7a4cc780ed32::" providerId="AD" clId="Web-{282C7706-EB2C-F949-4EFB-97DAA66D6884}" dt="2026-02-25T13:44:29.323" v="23" actId="20577"/>
          <ac:spMkLst>
            <pc:docMk/>
            <pc:sldMk cId="2143370218" sldId="278"/>
            <ac:spMk id="36" creationId="{72405A9E-5AB5-C093-575F-EF69E15EA712}"/>
          </ac:spMkLst>
        </pc:spChg>
        <pc:spChg chg="mod">
          <ac:chgData name="Guest User" userId="S::urn:spo:tenantanon#a270c1c3-8ae5-482f-a3dc-7a4cc780ed32::" providerId="AD" clId="Web-{282C7706-EB2C-F949-4EFB-97DAA66D6884}" dt="2026-02-25T13:44:58.323" v="27" actId="20577"/>
          <ac:spMkLst>
            <pc:docMk/>
            <pc:sldMk cId="2143370218" sldId="278"/>
            <ac:spMk id="37" creationId="{8DEA1C7F-71A4-2843-7CC2-C6BB293FEA31}"/>
          </ac:spMkLst>
        </pc:spChg>
        <pc:spChg chg="mod">
          <ac:chgData name="Guest User" userId="S::urn:spo:tenantanon#a270c1c3-8ae5-482f-a3dc-7a4cc780ed32::" providerId="AD" clId="Web-{282C7706-EB2C-F949-4EFB-97DAA66D6884}" dt="2026-02-25T13:44:53.541" v="25"/>
          <ac:spMkLst>
            <pc:docMk/>
            <pc:sldMk cId="2143370218" sldId="278"/>
            <ac:spMk id="38" creationId="{F91FD7DC-C511-A7F7-DCA0-7EA59A4D03CB}"/>
          </ac:spMkLst>
        </pc:spChg>
        <pc:cxnChg chg="mod">
          <ac:chgData name="Guest User" userId="S::urn:spo:tenantanon#a270c1c3-8ae5-482f-a3dc-7a4cc780ed32::" providerId="AD" clId="Web-{282C7706-EB2C-F949-4EFB-97DAA66D6884}" dt="2026-02-25T13:45:31.870" v="42"/>
          <ac:cxnSpMkLst>
            <pc:docMk/>
            <pc:sldMk cId="2143370218" sldId="278"/>
            <ac:cxnSpMk id="59" creationId="{337AF6C4-3830-38A0-ED35-48DA7C3849F3}"/>
          </ac:cxnSpMkLst>
        </pc:cxnChg>
        <pc:cxnChg chg="mod">
          <ac:chgData name="Guest User" userId="S::urn:spo:tenantanon#a270c1c3-8ae5-482f-a3dc-7a4cc780ed32::" providerId="AD" clId="Web-{282C7706-EB2C-F949-4EFB-97DAA66D6884}" dt="2026-02-25T13:45:12.635" v="34"/>
          <ac:cxnSpMkLst>
            <pc:docMk/>
            <pc:sldMk cId="2143370218" sldId="278"/>
            <ac:cxnSpMk id="60" creationId="{1A9BB960-3104-89CB-D0E4-9E590D80FD13}"/>
          </ac:cxnSpMkLst>
        </pc:cxnChg>
        <pc:cxnChg chg="mod">
          <ac:chgData name="Guest User" userId="S::urn:spo:tenantanon#a270c1c3-8ae5-482f-a3dc-7a4cc780ed32::" providerId="AD" clId="Web-{282C7706-EB2C-F949-4EFB-97DAA66D6884}" dt="2026-02-25T13:46:25.276" v="45"/>
          <ac:cxnSpMkLst>
            <pc:docMk/>
            <pc:sldMk cId="2143370218" sldId="278"/>
            <ac:cxnSpMk id="63" creationId="{7BF5709C-1B5E-FD7B-D765-6182EF0E22A3}"/>
          </ac:cxnSpMkLst>
        </pc:cxnChg>
        <pc:cxnChg chg="mod">
          <ac:chgData name="Guest User" userId="S::urn:spo:tenantanon#a270c1c3-8ae5-482f-a3dc-7a4cc780ed32::" providerId="AD" clId="Web-{282C7706-EB2C-F949-4EFB-97DAA66D6884}" dt="2026-02-25T13:45:22.541" v="38"/>
          <ac:cxnSpMkLst>
            <pc:docMk/>
            <pc:sldMk cId="2143370218" sldId="278"/>
            <ac:cxnSpMk id="66" creationId="{1E36F81D-A530-ACD5-1278-1FF4C861B700}"/>
          </ac:cxnSpMkLst>
        </pc:cxnChg>
        <pc:cxnChg chg="mod">
          <ac:chgData name="Guest User" userId="S::urn:spo:tenantanon#a270c1c3-8ae5-482f-a3dc-7a4cc780ed32::" providerId="AD" clId="Web-{282C7706-EB2C-F949-4EFB-97DAA66D6884}" dt="2026-02-25T13:46:42.901" v="50"/>
          <ac:cxnSpMkLst>
            <pc:docMk/>
            <pc:sldMk cId="2143370218" sldId="278"/>
            <ac:cxnSpMk id="69" creationId="{146CE9A2-7027-E313-FBA0-AAFC10784040}"/>
          </ac:cxnSpMkLst>
        </pc:cxnChg>
        <pc:cxnChg chg="mod">
          <ac:chgData name="Guest User" userId="S::urn:spo:tenantanon#a270c1c3-8ae5-482f-a3dc-7a4cc780ed32::" providerId="AD" clId="Web-{282C7706-EB2C-F949-4EFB-97DAA66D6884}" dt="2026-02-25T13:46:53.838" v="54"/>
          <ac:cxnSpMkLst>
            <pc:docMk/>
            <pc:sldMk cId="2143370218" sldId="278"/>
            <ac:cxnSpMk id="72" creationId="{0C722345-229C-215D-9FED-6D3DB083619A}"/>
          </ac:cxnSpMkLst>
        </pc:cxnChg>
      </pc:sldChg>
      <pc:sldMasterChg chg="mod setBg modSldLayout">
        <pc:chgData name="Guest User" userId="S::urn:spo:tenantanon#a270c1c3-8ae5-482f-a3dc-7a4cc780ed32::" providerId="AD" clId="Web-{282C7706-EB2C-F949-4EFB-97DAA66D6884}" dt="2026-02-25T13:48:56.307" v="66"/>
        <pc:sldMasterMkLst>
          <pc:docMk/>
          <pc:sldMasterMk cId="314256403" sldId="2147483648"/>
        </pc:sldMasterMkLst>
        <pc:sldLayoutChg chg="mod">
          <pc:chgData name="Guest User" userId="S::urn:spo:tenantanon#a270c1c3-8ae5-482f-a3dc-7a4cc780ed32::" providerId="AD" clId="Web-{282C7706-EB2C-F949-4EFB-97DAA66D6884}" dt="2026-02-25T13:48:56.307" v="66"/>
          <pc:sldLayoutMkLst>
            <pc:docMk/>
            <pc:sldMasterMk cId="314256403" sldId="2147483648"/>
            <pc:sldLayoutMk cId="1794994329" sldId="2147483649"/>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1016238588" sldId="2147483650"/>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1904785497" sldId="2147483651"/>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1267854982" sldId="2147483652"/>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2842810493" sldId="2147483653"/>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1897884970" sldId="2147483654"/>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3353663384" sldId="2147483655"/>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1085005057" sldId="2147483656"/>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1262267158" sldId="2147483657"/>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3511756756" sldId="2147483658"/>
          </pc:sldLayoutMkLst>
        </pc:sldLayoutChg>
        <pc:sldLayoutChg chg="mod">
          <pc:chgData name="Guest User" userId="S::urn:spo:tenantanon#a270c1c3-8ae5-482f-a3dc-7a4cc780ed32::" providerId="AD" clId="Web-{282C7706-EB2C-F949-4EFB-97DAA66D6884}" dt="2026-02-25T13:48:56.307" v="66"/>
          <pc:sldLayoutMkLst>
            <pc:docMk/>
            <pc:sldMasterMk cId="314256403" sldId="2147483648"/>
            <pc:sldLayoutMk cId="1307125636" sldId="2147483659"/>
          </pc:sldLayoutMkLst>
        </pc:sldLayoutChg>
      </pc:sldMasterChg>
    </pc:docChg>
  </pc:docChgLst>
  <pc:docChgLst>
    <pc:chgData name="Guest User" userId="S::urn:spo:tenantanon#a270c1c3-8ae5-482f-a3dc-7a4cc780ed32::" providerId="AD" clId="Web-{587BF93F-FEFE-DC50-6E8B-A193E9F1D6D0}"/>
    <pc:docChg chg="modSld">
      <pc:chgData name="Guest User" userId="S::urn:spo:tenantanon#a270c1c3-8ae5-482f-a3dc-7a4cc780ed32::" providerId="AD" clId="Web-{587BF93F-FEFE-DC50-6E8B-A193E9F1D6D0}" dt="2026-03-10T08:42:42.446" v="20"/>
      <pc:docMkLst>
        <pc:docMk/>
      </pc:docMkLst>
      <pc:sldChg chg="modNotes">
        <pc:chgData name="Guest User" userId="S::urn:spo:tenantanon#a270c1c3-8ae5-482f-a3dc-7a4cc780ed32::" providerId="AD" clId="Web-{587BF93F-FEFE-DC50-6E8B-A193E9F1D6D0}" dt="2026-03-10T08:38:22.865" v="17"/>
        <pc:sldMkLst>
          <pc:docMk/>
          <pc:sldMk cId="534267191" sldId="263"/>
        </pc:sldMkLst>
      </pc:sldChg>
      <pc:sldChg chg="modNotes">
        <pc:chgData name="Guest User" userId="S::urn:spo:tenantanon#a270c1c3-8ae5-482f-a3dc-7a4cc780ed32::" providerId="AD" clId="Web-{587BF93F-FEFE-DC50-6E8B-A193E9F1D6D0}" dt="2026-03-10T08:42:42.446" v="20"/>
        <pc:sldMkLst>
          <pc:docMk/>
          <pc:sldMk cId="1470006220" sldId="271"/>
        </pc:sldMkLst>
      </pc:sldChg>
    </pc:docChg>
  </pc:docChgLst>
  <pc:docChgLst>
    <pc:chgData name="Utilisateur invité" userId="S::urn:spo:tenantanon#a270c1c3-8ae5-482f-a3dc-7a4cc780ed32::" providerId="AD" clId="Web-{44439498-9027-FB32-A524-0373C782EB7D}"/>
    <pc:docChg chg="modSld">
      <pc:chgData name="Utilisateur invité" userId="S::urn:spo:tenantanon#a270c1c3-8ae5-482f-a3dc-7a4cc780ed32::" providerId="AD" clId="Web-{44439498-9027-FB32-A524-0373C782EB7D}" dt="2026-03-03T15:31:08.734" v="186"/>
      <pc:docMkLst>
        <pc:docMk/>
      </pc:docMkLst>
      <pc:sldChg chg="addSp delSp modSp">
        <pc:chgData name="Utilisateur invité" userId="S::urn:spo:tenantanon#a270c1c3-8ae5-482f-a3dc-7a4cc780ed32::" providerId="AD" clId="Web-{44439498-9027-FB32-A524-0373C782EB7D}" dt="2026-03-03T15:31:08.734" v="186"/>
        <pc:sldMkLst>
          <pc:docMk/>
          <pc:sldMk cId="3264900219" sldId="264"/>
        </pc:sldMkLst>
        <pc:spChg chg="ord">
          <ac:chgData name="Utilisateur invité" userId="S::urn:spo:tenantanon#a270c1c3-8ae5-482f-a3dc-7a4cc780ed32::" providerId="AD" clId="Web-{44439498-9027-FB32-A524-0373C782EB7D}" dt="2026-03-03T15:31:08.734" v="186"/>
          <ac:spMkLst>
            <pc:docMk/>
            <pc:sldMk cId="3264900219" sldId="264"/>
            <ac:spMk id="6" creationId="{B7246C66-12CE-C953-D654-32E92D5524FF}"/>
          </ac:spMkLst>
        </pc:spChg>
        <pc:spChg chg="ord">
          <ac:chgData name="Utilisateur invité" userId="S::urn:spo:tenantanon#a270c1c3-8ae5-482f-a3dc-7a4cc780ed32::" providerId="AD" clId="Web-{44439498-9027-FB32-A524-0373C782EB7D}" dt="2026-03-03T15:31:00.248" v="184"/>
          <ac:spMkLst>
            <pc:docMk/>
            <pc:sldMk cId="3264900219" sldId="264"/>
            <ac:spMk id="8" creationId="{B3E321AD-FB83-1DBF-3D6D-EDDFC3FE3AE1}"/>
          </ac:spMkLst>
        </pc:spChg>
        <pc:spChg chg="add mod">
          <ac:chgData name="Utilisateur invité" userId="S::urn:spo:tenantanon#a270c1c3-8ae5-482f-a3dc-7a4cc780ed32::" providerId="AD" clId="Web-{44439498-9027-FB32-A524-0373C782EB7D}" dt="2026-03-03T15:29:53.442" v="179"/>
          <ac:spMkLst>
            <pc:docMk/>
            <pc:sldMk cId="3264900219" sldId="264"/>
            <ac:spMk id="10" creationId="{8238657C-FC8E-6912-AD14-9C38F3FAEC71}"/>
          </ac:spMkLst>
        </pc:spChg>
        <pc:picChg chg="add mod modCrop">
          <ac:chgData name="Utilisateur invité" userId="S::urn:spo:tenantanon#a270c1c3-8ae5-482f-a3dc-7a4cc780ed32::" providerId="AD" clId="Web-{44439498-9027-FB32-A524-0373C782EB7D}" dt="2026-03-03T15:30:42.855" v="183"/>
          <ac:picMkLst>
            <pc:docMk/>
            <pc:sldMk cId="3264900219" sldId="264"/>
            <ac:picMk id="9" creationId="{81F4B81D-E360-D515-296C-0821BC0FDAC9}"/>
          </ac:picMkLst>
        </pc:picChg>
      </pc:sldChg>
      <pc:sldChg chg="addSp delSp modSp">
        <pc:chgData name="Utilisateur invité" userId="S::urn:spo:tenantanon#a270c1c3-8ae5-482f-a3dc-7a4cc780ed32::" providerId="AD" clId="Web-{44439498-9027-FB32-A524-0373C782EB7D}" dt="2026-03-03T15:17:17.153" v="150" actId="1076"/>
        <pc:sldMkLst>
          <pc:docMk/>
          <pc:sldMk cId="1470006220" sldId="271"/>
        </pc:sldMkLst>
        <pc:spChg chg="add mod">
          <ac:chgData name="Utilisateur invité" userId="S::urn:spo:tenantanon#a270c1c3-8ae5-482f-a3dc-7a4cc780ed32::" providerId="AD" clId="Web-{44439498-9027-FB32-A524-0373C782EB7D}" dt="2026-03-03T15:14:43.620" v="63" actId="1076"/>
          <ac:spMkLst>
            <pc:docMk/>
            <pc:sldMk cId="1470006220" sldId="271"/>
            <ac:spMk id="9" creationId="{8C2A62DE-5805-6585-A3BF-96F93CB02054}"/>
          </ac:spMkLst>
        </pc:spChg>
        <pc:spChg chg="add mod">
          <ac:chgData name="Utilisateur invité" userId="S::urn:spo:tenantanon#a270c1c3-8ae5-482f-a3dc-7a4cc780ed32::" providerId="AD" clId="Web-{44439498-9027-FB32-A524-0373C782EB7D}" dt="2026-03-03T15:16:12.678" v="95" actId="1076"/>
          <ac:spMkLst>
            <pc:docMk/>
            <pc:sldMk cId="1470006220" sldId="271"/>
            <ac:spMk id="10" creationId="{BF20C9AE-767B-DA4E-AE21-AA95DE19B40A}"/>
          </ac:spMkLst>
        </pc:spChg>
        <pc:spChg chg="add mod">
          <ac:chgData name="Utilisateur invité" userId="S::urn:spo:tenantanon#a270c1c3-8ae5-482f-a3dc-7a4cc780ed32::" providerId="AD" clId="Web-{44439498-9027-FB32-A524-0373C782EB7D}" dt="2026-03-03T15:17:17.153" v="150" actId="1076"/>
          <ac:spMkLst>
            <pc:docMk/>
            <pc:sldMk cId="1470006220" sldId="271"/>
            <ac:spMk id="11" creationId="{A8596E0F-F5F0-DEBD-E9B2-309DE8ACC7C0}"/>
          </ac:spMkLst>
        </pc:spChg>
        <pc:picChg chg="add mod modCrop">
          <ac:chgData name="Utilisateur invité" userId="S::urn:spo:tenantanon#a270c1c3-8ae5-482f-a3dc-7a4cc780ed32::" providerId="AD" clId="Web-{44439498-9027-FB32-A524-0373C782EB7D}" dt="2026-03-03T15:16:30.414" v="99" actId="1076"/>
          <ac:picMkLst>
            <pc:docMk/>
            <pc:sldMk cId="1470006220" sldId="271"/>
            <ac:picMk id="7" creationId="{879B2390-1429-9FFA-A3C7-C13823591B00}"/>
          </ac:picMkLst>
        </pc:picChg>
      </pc:sldChg>
    </pc:docChg>
  </pc:docChgLst>
  <pc:docChgLst>
    <pc:chgData name="Utilisateur invité" userId="S::urn:spo:tenantanon#a270c1c3-8ae5-482f-a3dc-7a4cc780ed32::" providerId="AD" clId="Web-{82469AD4-B2D0-D99D-D945-CA536E3F310B}"/>
    <pc:docChg chg="modSld">
      <pc:chgData name="Utilisateur invité" userId="S::urn:spo:tenantanon#a270c1c3-8ae5-482f-a3dc-7a4cc780ed32::" providerId="AD" clId="Web-{82469AD4-B2D0-D99D-D945-CA536E3F310B}" dt="2026-03-11T08:58:57.115" v="13" actId="20577"/>
      <pc:docMkLst>
        <pc:docMk/>
      </pc:docMkLst>
      <pc:sldChg chg="modSp">
        <pc:chgData name="Utilisateur invité" userId="S::urn:spo:tenantanon#a270c1c3-8ae5-482f-a3dc-7a4cc780ed32::" providerId="AD" clId="Web-{82469AD4-B2D0-D99D-D945-CA536E3F310B}" dt="2026-03-11T08:58:57.115" v="13" actId="20577"/>
        <pc:sldMkLst>
          <pc:docMk/>
          <pc:sldMk cId="2496437291" sldId="272"/>
        </pc:sldMkLst>
        <pc:spChg chg="mod">
          <ac:chgData name="Utilisateur invité" userId="S::urn:spo:tenantanon#a270c1c3-8ae5-482f-a3dc-7a4cc780ed32::" providerId="AD" clId="Web-{82469AD4-B2D0-D99D-D945-CA536E3F310B}" dt="2026-03-11T08:58:57.115" v="13" actId="20577"/>
          <ac:spMkLst>
            <pc:docMk/>
            <pc:sldMk cId="2496437291" sldId="272"/>
            <ac:spMk id="10" creationId="{D383990A-B0D1-4889-4847-8105580D163D}"/>
          </ac:spMkLst>
        </pc:spChg>
      </pc:sldChg>
    </pc:docChg>
  </pc:docChgLst>
  <pc:docChgLst>
    <pc:chgData name="Guest User" userId="S::urn:spo:tenantanon#a270c1c3-8ae5-482f-a3dc-7a4cc780ed32::" providerId="AD" clId="Web-{D97DC5DE-B016-2144-1E20-A4766EDB0295}"/>
    <pc:docChg chg="modSld">
      <pc:chgData name="Guest User" userId="S::urn:spo:tenantanon#a270c1c3-8ae5-482f-a3dc-7a4cc780ed32::" providerId="AD" clId="Web-{D97DC5DE-B016-2144-1E20-A4766EDB0295}" dt="2026-02-25T19:19:11.528" v="1"/>
      <pc:docMkLst>
        <pc:docMk/>
      </pc:docMkLst>
      <pc:sldChg chg="addSp delSp modSp">
        <pc:chgData name="Guest User" userId="S::urn:spo:tenantanon#a270c1c3-8ae5-482f-a3dc-7a4cc780ed32::" providerId="AD" clId="Web-{D97DC5DE-B016-2144-1E20-A4766EDB0295}" dt="2026-02-25T19:19:11.528" v="1"/>
        <pc:sldMkLst>
          <pc:docMk/>
          <pc:sldMk cId="1876756054" sldId="257"/>
        </pc:sldMkLst>
      </pc:sldChg>
    </pc:docChg>
  </pc:docChgLst>
  <pc:docChgLst>
    <pc:chgData name="Utilisateur invité" userId="S::urn:spo:tenantanon#a270c1c3-8ae5-482f-a3dc-7a4cc780ed32::" providerId="AD" clId="Web-{37C8C46B-BF7B-B1C0-0D3A-3C166B76D525}"/>
    <pc:docChg chg="addSld modSld sldOrd">
      <pc:chgData name="Utilisateur invité" userId="S::urn:spo:tenantanon#a270c1c3-8ae5-482f-a3dc-7a4cc780ed32::" providerId="AD" clId="Web-{37C8C46B-BF7B-B1C0-0D3A-3C166B76D525}" dt="2026-02-23T13:22:45.988" v="652" actId="1076"/>
      <pc:docMkLst>
        <pc:docMk/>
      </pc:docMkLst>
      <pc:sldChg chg="modSp">
        <pc:chgData name="Utilisateur invité" userId="S::urn:spo:tenantanon#a270c1c3-8ae5-482f-a3dc-7a4cc780ed32::" providerId="AD" clId="Web-{37C8C46B-BF7B-B1C0-0D3A-3C166B76D525}" dt="2026-02-23T09:13:52.176" v="3" actId="20577"/>
        <pc:sldMkLst>
          <pc:docMk/>
          <pc:sldMk cId="1334558031" sldId="259"/>
        </pc:sldMkLst>
        <pc:spChg chg="mod">
          <ac:chgData name="Utilisateur invité" userId="S::urn:spo:tenantanon#a270c1c3-8ae5-482f-a3dc-7a4cc780ed32::" providerId="AD" clId="Web-{37C8C46B-BF7B-B1C0-0D3A-3C166B76D525}" dt="2026-02-23T09:13:52.176" v="3" actId="20577"/>
          <ac:spMkLst>
            <pc:docMk/>
            <pc:sldMk cId="1334558031" sldId="259"/>
            <ac:spMk id="2" creationId="{D84FF72E-F3C1-AFA5-187B-B18CFBECC6A8}"/>
          </ac:spMkLst>
        </pc:spChg>
      </pc:sldChg>
      <pc:sldChg chg="addSp delSp modSp">
        <pc:chgData name="Utilisateur invité" userId="S::urn:spo:tenantanon#a270c1c3-8ae5-482f-a3dc-7a4cc780ed32::" providerId="AD" clId="Web-{37C8C46B-BF7B-B1C0-0D3A-3C166B76D525}" dt="2026-02-23T09:41:24.736" v="49" actId="1076"/>
        <pc:sldMkLst>
          <pc:docMk/>
          <pc:sldMk cId="3264900219" sldId="264"/>
        </pc:sldMkLst>
      </pc:sldChg>
      <pc:sldChg chg="addSp delSp modSp ord">
        <pc:chgData name="Utilisateur invité" userId="S::urn:spo:tenantanon#a270c1c3-8ae5-482f-a3dc-7a4cc780ed32::" providerId="AD" clId="Web-{37C8C46B-BF7B-B1C0-0D3A-3C166B76D525}" dt="2026-02-23T12:17:35.935" v="222" actId="20577"/>
        <pc:sldMkLst>
          <pc:docMk/>
          <pc:sldMk cId="2178072487" sldId="265"/>
        </pc:sldMkLst>
        <pc:spChg chg="mod">
          <ac:chgData name="Utilisateur invité" userId="S::urn:spo:tenantanon#a270c1c3-8ae5-482f-a3dc-7a4cc780ed32::" providerId="AD" clId="Web-{37C8C46B-BF7B-B1C0-0D3A-3C166B76D525}" dt="2026-02-23T12:17:35.935" v="222" actId="20577"/>
          <ac:spMkLst>
            <pc:docMk/>
            <pc:sldMk cId="2178072487" sldId="265"/>
            <ac:spMk id="2" creationId="{4F33F1B5-FE50-F55C-E8BF-632748001849}"/>
          </ac:spMkLst>
        </pc:spChg>
      </pc:sldChg>
      <pc:sldChg chg="addSp delSp modSp">
        <pc:chgData name="Utilisateur invité" userId="S::urn:spo:tenantanon#a270c1c3-8ae5-482f-a3dc-7a4cc780ed32::" providerId="AD" clId="Web-{37C8C46B-BF7B-B1C0-0D3A-3C166B76D525}" dt="2026-02-23T10:17:54.697" v="174" actId="1076"/>
        <pc:sldMkLst>
          <pc:docMk/>
          <pc:sldMk cId="435214088" sldId="267"/>
        </pc:sldMkLst>
        <pc:spChg chg="mod">
          <ac:chgData name="Utilisateur invité" userId="S::urn:spo:tenantanon#a270c1c3-8ae5-482f-a3dc-7a4cc780ed32::" providerId="AD" clId="Web-{37C8C46B-BF7B-B1C0-0D3A-3C166B76D525}" dt="2026-02-23T10:04:14.105" v="58" actId="20577"/>
          <ac:spMkLst>
            <pc:docMk/>
            <pc:sldMk cId="435214088" sldId="267"/>
            <ac:spMk id="2" creationId="{53AE3A12-1FB5-9A22-F9E3-9B4A765C1E4A}"/>
          </ac:spMkLst>
        </pc:spChg>
        <pc:spChg chg="mod">
          <ac:chgData name="Utilisateur invité" userId="S::urn:spo:tenantanon#a270c1c3-8ae5-482f-a3dc-7a4cc780ed32::" providerId="AD" clId="Web-{37C8C46B-BF7B-B1C0-0D3A-3C166B76D525}" dt="2026-02-23T10:09:41.181" v="132" actId="14100"/>
          <ac:spMkLst>
            <pc:docMk/>
            <pc:sldMk cId="435214088" sldId="267"/>
            <ac:spMk id="3" creationId="{B47C68D7-12EC-C36E-7E22-DD7724271617}"/>
          </ac:spMkLst>
        </pc:spChg>
        <pc:spChg chg="add mod">
          <ac:chgData name="Utilisateur invité" userId="S::urn:spo:tenantanon#a270c1c3-8ae5-482f-a3dc-7a4cc780ed32::" providerId="AD" clId="Web-{37C8C46B-BF7B-B1C0-0D3A-3C166B76D525}" dt="2026-02-23T10:13:57.499" v="155" actId="1076"/>
          <ac:spMkLst>
            <pc:docMk/>
            <pc:sldMk cId="435214088" sldId="267"/>
            <ac:spMk id="13" creationId="{48A1B0EF-DBFC-EFA3-9873-FDB2C4D25A03}"/>
          </ac:spMkLst>
        </pc:spChg>
        <pc:spChg chg="add mod">
          <ac:chgData name="Utilisateur invité" userId="S::urn:spo:tenantanon#a270c1c3-8ae5-482f-a3dc-7a4cc780ed32::" providerId="AD" clId="Web-{37C8C46B-BF7B-B1C0-0D3A-3C166B76D525}" dt="2026-02-23T10:14:34.734" v="172" actId="1076"/>
          <ac:spMkLst>
            <pc:docMk/>
            <pc:sldMk cId="435214088" sldId="267"/>
            <ac:spMk id="14" creationId="{9D35B5AB-E9A1-9F8C-687F-CC4229B61DCA}"/>
          </ac:spMkLst>
        </pc:spChg>
        <pc:grpChg chg="add mod">
          <ac:chgData name="Utilisateur invité" userId="S::urn:spo:tenantanon#a270c1c3-8ae5-482f-a3dc-7a4cc780ed32::" providerId="AD" clId="Web-{37C8C46B-BF7B-B1C0-0D3A-3C166B76D525}" dt="2026-02-23T10:17:54.697" v="174" actId="1076"/>
          <ac:grpSpMkLst>
            <pc:docMk/>
            <pc:sldMk cId="435214088" sldId="267"/>
            <ac:grpSpMk id="8" creationId="{75A029DB-1EB5-9A4D-76DF-7269CBB5C0A3}"/>
          </ac:grpSpMkLst>
        </pc:grpChg>
        <pc:picChg chg="add mod">
          <ac:chgData name="Utilisateur invité" userId="S::urn:spo:tenantanon#a270c1c3-8ae5-482f-a3dc-7a4cc780ed32::" providerId="AD" clId="Web-{37C8C46B-BF7B-B1C0-0D3A-3C166B76D525}" dt="2026-02-23T10:08:44.882" v="116" actId="1076"/>
          <ac:picMkLst>
            <pc:docMk/>
            <pc:sldMk cId="435214088" sldId="267"/>
            <ac:picMk id="4" creationId="{7AF17329-49CC-4B5C-4301-6439CD7EE589}"/>
          </ac:picMkLst>
        </pc:picChg>
        <pc:picChg chg="add mod">
          <ac:chgData name="Utilisateur invité" userId="S::urn:spo:tenantanon#a270c1c3-8ae5-482f-a3dc-7a4cc780ed32::" providerId="AD" clId="Web-{37C8C46B-BF7B-B1C0-0D3A-3C166B76D525}" dt="2026-02-23T10:08:50.679" v="117" actId="1076"/>
          <ac:picMkLst>
            <pc:docMk/>
            <pc:sldMk cId="435214088" sldId="267"/>
            <ac:picMk id="5" creationId="{47A671FD-94DE-B529-5083-1B163A628DCE}"/>
          </ac:picMkLst>
        </pc:picChg>
        <pc:picChg chg="add mod modCrop">
          <ac:chgData name="Utilisateur invité" userId="S::urn:spo:tenantanon#a270c1c3-8ae5-482f-a3dc-7a4cc780ed32::" providerId="AD" clId="Web-{37C8C46B-BF7B-B1C0-0D3A-3C166B76D525}" dt="2026-02-23T10:08:57.305" v="120" actId="1076"/>
          <ac:picMkLst>
            <pc:docMk/>
            <pc:sldMk cId="435214088" sldId="267"/>
            <ac:picMk id="6" creationId="{06EB5992-B854-2D43-6173-1C49F9AEB1C0}"/>
          </ac:picMkLst>
        </pc:picChg>
        <pc:picChg chg="add mod">
          <ac:chgData name="Utilisateur invité" userId="S::urn:spo:tenantanon#a270c1c3-8ae5-482f-a3dc-7a4cc780ed32::" providerId="AD" clId="Web-{37C8C46B-BF7B-B1C0-0D3A-3C166B76D525}" dt="2026-02-23T10:08:53.898" v="119" actId="14100"/>
          <ac:picMkLst>
            <pc:docMk/>
            <pc:sldMk cId="435214088" sldId="267"/>
            <ac:picMk id="7" creationId="{E29D38CE-46B9-50FD-88BE-1C7E24BBE9B3}"/>
          </ac:picMkLst>
        </pc:picChg>
      </pc:sldChg>
      <pc:sldChg chg="modSp">
        <pc:chgData name="Utilisateur invité" userId="S::urn:spo:tenantanon#a270c1c3-8ae5-482f-a3dc-7a4cc780ed32::" providerId="AD" clId="Web-{37C8C46B-BF7B-B1C0-0D3A-3C166B76D525}" dt="2026-02-23T13:19:35.440" v="641" actId="20577"/>
        <pc:sldMkLst>
          <pc:docMk/>
          <pc:sldMk cId="2324317097" sldId="268"/>
        </pc:sldMkLst>
        <pc:spChg chg="mod">
          <ac:chgData name="Utilisateur invité" userId="S::urn:spo:tenantanon#a270c1c3-8ae5-482f-a3dc-7a4cc780ed32::" providerId="AD" clId="Web-{37C8C46B-BF7B-B1C0-0D3A-3C166B76D525}" dt="2026-02-23T12:35:12.505" v="409" actId="20577"/>
          <ac:spMkLst>
            <pc:docMk/>
            <pc:sldMk cId="2324317097" sldId="268"/>
            <ac:spMk id="2" creationId="{4E1144C2-4CF7-4642-E8E7-3A7E6DA3779D}"/>
          </ac:spMkLst>
        </pc:spChg>
        <pc:spChg chg="mod">
          <ac:chgData name="Utilisateur invité" userId="S::urn:spo:tenantanon#a270c1c3-8ae5-482f-a3dc-7a4cc780ed32::" providerId="AD" clId="Web-{37C8C46B-BF7B-B1C0-0D3A-3C166B76D525}" dt="2026-02-23T13:19:35.440" v="641" actId="20577"/>
          <ac:spMkLst>
            <pc:docMk/>
            <pc:sldMk cId="2324317097" sldId="268"/>
            <ac:spMk id="3" creationId="{1F44B0A4-8C8D-1EA5-074B-F5D5D77B0225}"/>
          </ac:spMkLst>
        </pc:spChg>
      </pc:sldChg>
      <pc:sldChg chg="modSp">
        <pc:chgData name="Utilisateur invité" userId="S::urn:spo:tenantanon#a270c1c3-8ae5-482f-a3dc-7a4cc780ed32::" providerId="AD" clId="Web-{37C8C46B-BF7B-B1C0-0D3A-3C166B76D525}" dt="2026-02-23T13:22:45.988" v="652" actId="1076"/>
        <pc:sldMkLst>
          <pc:docMk/>
          <pc:sldMk cId="1184120684" sldId="269"/>
        </pc:sldMkLst>
        <pc:spChg chg="mod">
          <ac:chgData name="Utilisateur invité" userId="S::urn:spo:tenantanon#a270c1c3-8ae5-482f-a3dc-7a4cc780ed32::" providerId="AD" clId="Web-{37C8C46B-BF7B-B1C0-0D3A-3C166B76D525}" dt="2026-02-23T13:22:45.895" v="642" actId="1076"/>
          <ac:spMkLst>
            <pc:docMk/>
            <pc:sldMk cId="1184120684" sldId="269"/>
            <ac:spMk id="6" creationId="{DFD06BB3-A2E3-6071-B30D-33FAE93E5F40}"/>
          </ac:spMkLst>
        </pc:spChg>
        <pc:spChg chg="mod">
          <ac:chgData name="Utilisateur invité" userId="S::urn:spo:tenantanon#a270c1c3-8ae5-482f-a3dc-7a4cc780ed32::" providerId="AD" clId="Web-{37C8C46B-BF7B-B1C0-0D3A-3C166B76D525}" dt="2026-02-23T13:22:45.895" v="643" actId="1076"/>
          <ac:spMkLst>
            <pc:docMk/>
            <pc:sldMk cId="1184120684" sldId="269"/>
            <ac:spMk id="7" creationId="{4E2AAE2C-CB1B-A04D-3DE7-3285BB92D7B0}"/>
          </ac:spMkLst>
        </pc:spChg>
        <pc:spChg chg="mod">
          <ac:chgData name="Utilisateur invité" userId="S::urn:spo:tenantanon#a270c1c3-8ae5-482f-a3dc-7a4cc780ed32::" providerId="AD" clId="Web-{37C8C46B-BF7B-B1C0-0D3A-3C166B76D525}" dt="2026-02-23T13:22:45.910" v="644" actId="1076"/>
          <ac:spMkLst>
            <pc:docMk/>
            <pc:sldMk cId="1184120684" sldId="269"/>
            <ac:spMk id="8" creationId="{25F1CB86-13F3-6EE4-7A5C-C50F2B88691E}"/>
          </ac:spMkLst>
        </pc:spChg>
        <pc:spChg chg="mod">
          <ac:chgData name="Utilisateur invité" userId="S::urn:spo:tenantanon#a270c1c3-8ae5-482f-a3dc-7a4cc780ed32::" providerId="AD" clId="Web-{37C8C46B-BF7B-B1C0-0D3A-3C166B76D525}" dt="2026-02-23T13:22:45.910" v="645" actId="1076"/>
          <ac:spMkLst>
            <pc:docMk/>
            <pc:sldMk cId="1184120684" sldId="269"/>
            <ac:spMk id="9" creationId="{5C6F2317-45E0-C78F-C05A-0098A917CF90}"/>
          </ac:spMkLst>
        </pc:spChg>
        <pc:spChg chg="mod">
          <ac:chgData name="Utilisateur invité" userId="S::urn:spo:tenantanon#a270c1c3-8ae5-482f-a3dc-7a4cc780ed32::" providerId="AD" clId="Web-{37C8C46B-BF7B-B1C0-0D3A-3C166B76D525}" dt="2026-02-23T13:22:45.926" v="646" actId="1076"/>
          <ac:spMkLst>
            <pc:docMk/>
            <pc:sldMk cId="1184120684" sldId="269"/>
            <ac:spMk id="10" creationId="{267927BD-981A-2E86-1B90-60129C3B3CE5}"/>
          </ac:spMkLst>
        </pc:spChg>
        <pc:spChg chg="mod">
          <ac:chgData name="Utilisateur invité" userId="S::urn:spo:tenantanon#a270c1c3-8ae5-482f-a3dc-7a4cc780ed32::" providerId="AD" clId="Web-{37C8C46B-BF7B-B1C0-0D3A-3C166B76D525}" dt="2026-02-23T13:22:45.941" v="647" actId="1076"/>
          <ac:spMkLst>
            <pc:docMk/>
            <pc:sldMk cId="1184120684" sldId="269"/>
            <ac:spMk id="11" creationId="{DDE954B3-F188-D88B-C385-2BFE75CACB20}"/>
          </ac:spMkLst>
        </pc:spChg>
        <pc:spChg chg="mod">
          <ac:chgData name="Utilisateur invité" userId="S::urn:spo:tenantanon#a270c1c3-8ae5-482f-a3dc-7a4cc780ed32::" providerId="AD" clId="Web-{37C8C46B-BF7B-B1C0-0D3A-3C166B76D525}" dt="2026-02-23T13:22:45.941" v="648" actId="1076"/>
          <ac:spMkLst>
            <pc:docMk/>
            <pc:sldMk cId="1184120684" sldId="269"/>
            <ac:spMk id="12" creationId="{C7B4C8E2-D316-D346-573C-E98568EA906B}"/>
          </ac:spMkLst>
        </pc:spChg>
        <pc:spChg chg="mod">
          <ac:chgData name="Utilisateur invité" userId="S::urn:spo:tenantanon#a270c1c3-8ae5-482f-a3dc-7a4cc780ed32::" providerId="AD" clId="Web-{37C8C46B-BF7B-B1C0-0D3A-3C166B76D525}" dt="2026-02-23T13:22:45.957" v="649" actId="1076"/>
          <ac:spMkLst>
            <pc:docMk/>
            <pc:sldMk cId="1184120684" sldId="269"/>
            <ac:spMk id="13" creationId="{F4784A4E-1A4F-6BB6-2A1F-0D315D12A467}"/>
          </ac:spMkLst>
        </pc:spChg>
        <pc:spChg chg="mod">
          <ac:chgData name="Utilisateur invité" userId="S::urn:spo:tenantanon#a270c1c3-8ae5-482f-a3dc-7a4cc780ed32::" providerId="AD" clId="Web-{37C8C46B-BF7B-B1C0-0D3A-3C166B76D525}" dt="2026-02-23T13:22:45.973" v="650" actId="1076"/>
          <ac:spMkLst>
            <pc:docMk/>
            <pc:sldMk cId="1184120684" sldId="269"/>
            <ac:spMk id="14" creationId="{8CE54CE1-A774-59F5-C9F5-F77471B5E39C}"/>
          </ac:spMkLst>
        </pc:spChg>
        <pc:spChg chg="mod">
          <ac:chgData name="Utilisateur invité" userId="S::urn:spo:tenantanon#a270c1c3-8ae5-482f-a3dc-7a4cc780ed32::" providerId="AD" clId="Web-{37C8C46B-BF7B-B1C0-0D3A-3C166B76D525}" dt="2026-02-23T13:22:45.973" v="651" actId="1076"/>
          <ac:spMkLst>
            <pc:docMk/>
            <pc:sldMk cId="1184120684" sldId="269"/>
            <ac:spMk id="15" creationId="{1FE2A609-4F83-E11F-A757-B55288726023}"/>
          </ac:spMkLst>
        </pc:spChg>
        <pc:spChg chg="mod">
          <ac:chgData name="Utilisateur invité" userId="S::urn:spo:tenantanon#a270c1c3-8ae5-482f-a3dc-7a4cc780ed32::" providerId="AD" clId="Web-{37C8C46B-BF7B-B1C0-0D3A-3C166B76D525}" dt="2026-02-23T13:22:45.988" v="652" actId="1076"/>
          <ac:spMkLst>
            <pc:docMk/>
            <pc:sldMk cId="1184120684" sldId="269"/>
            <ac:spMk id="16" creationId="{2DDFE2AB-CA6D-B41A-B27A-A80AA9CE671A}"/>
          </ac:spMkLst>
        </pc:spChg>
      </pc:sldChg>
      <pc:sldChg chg="addSp modSp add replId">
        <pc:chgData name="Utilisateur invité" userId="S::urn:spo:tenantanon#a270c1c3-8ae5-482f-a3dc-7a4cc780ed32::" providerId="AD" clId="Web-{37C8C46B-BF7B-B1C0-0D3A-3C166B76D525}" dt="2026-02-23T13:13:43.433" v="637" actId="1076"/>
        <pc:sldMkLst>
          <pc:docMk/>
          <pc:sldMk cId="955617575" sldId="277"/>
        </pc:sldMkLst>
        <pc:spChg chg="mod">
          <ac:chgData name="Utilisateur invité" userId="S::urn:spo:tenantanon#a270c1c3-8ae5-482f-a3dc-7a4cc780ed32::" providerId="AD" clId="Web-{37C8C46B-BF7B-B1C0-0D3A-3C166B76D525}" dt="2026-02-23T13:03:04.612" v="529" actId="20577"/>
          <ac:spMkLst>
            <pc:docMk/>
            <pc:sldMk cId="955617575" sldId="277"/>
            <ac:spMk id="2" creationId="{638AA486-64AF-0537-B1E2-0A439B210F01}"/>
          </ac:spMkLst>
        </pc:spChg>
        <pc:spChg chg="mod">
          <ac:chgData name="Utilisateur invité" userId="S::urn:spo:tenantanon#a270c1c3-8ae5-482f-a3dc-7a4cc780ed32::" providerId="AD" clId="Web-{37C8C46B-BF7B-B1C0-0D3A-3C166B76D525}" dt="2026-02-23T13:13:04.666" v="623" actId="1076"/>
          <ac:spMkLst>
            <pc:docMk/>
            <pc:sldMk cId="955617575" sldId="277"/>
            <ac:spMk id="3" creationId="{DADD6FE1-41E3-102C-D5DE-D2C11535095A}"/>
          </ac:spMkLst>
        </pc:spChg>
        <pc:picChg chg="add mod">
          <ac:chgData name="Utilisateur invité" userId="S::urn:spo:tenantanon#a270c1c3-8ae5-482f-a3dc-7a4cc780ed32::" providerId="AD" clId="Web-{37C8C46B-BF7B-B1C0-0D3A-3C166B76D525}" dt="2026-02-23T13:13:43.433" v="637" actId="1076"/>
          <ac:picMkLst>
            <pc:docMk/>
            <pc:sldMk cId="955617575" sldId="277"/>
            <ac:picMk id="4" creationId="{B27A65E0-8D92-14FE-8246-F27CD53A91CD}"/>
          </ac:picMkLst>
        </pc:picChg>
        <pc:picChg chg="add mod">
          <ac:chgData name="Utilisateur invité" userId="S::urn:spo:tenantanon#a270c1c3-8ae5-482f-a3dc-7a4cc780ed32::" providerId="AD" clId="Web-{37C8C46B-BF7B-B1C0-0D3A-3C166B76D525}" dt="2026-02-23T13:13:20.776" v="630" actId="1076"/>
          <ac:picMkLst>
            <pc:docMk/>
            <pc:sldMk cId="955617575" sldId="277"/>
            <ac:picMk id="5" creationId="{60F0B59D-8FC0-5813-1502-B17949E847D2}"/>
          </ac:picMkLst>
        </pc:picChg>
        <pc:picChg chg="add mod">
          <ac:chgData name="Utilisateur invité" userId="S::urn:spo:tenantanon#a270c1c3-8ae5-482f-a3dc-7a4cc780ed32::" providerId="AD" clId="Web-{37C8C46B-BF7B-B1C0-0D3A-3C166B76D525}" dt="2026-02-23T13:13:33.902" v="634" actId="1076"/>
          <ac:picMkLst>
            <pc:docMk/>
            <pc:sldMk cId="955617575" sldId="277"/>
            <ac:picMk id="6" creationId="{0533D0AC-FF4E-278C-08EF-65EC7B5AC12E}"/>
          </ac:picMkLst>
        </pc:picChg>
      </pc:sldChg>
    </pc:docChg>
  </pc:docChgLst>
  <pc:docChgLst>
    <pc:chgData name="Guest User" userId="S::urn:spo:tenantanon#a270c1c3-8ae5-482f-a3dc-7a4cc780ed32::" providerId="AD" clId="Web-{B17C81ED-34E3-C5C6-9515-198EDB332929}"/>
    <pc:docChg chg="addSld modSld sldOrd">
      <pc:chgData name="Guest User" userId="S::urn:spo:tenantanon#a270c1c3-8ae5-482f-a3dc-7a4cc780ed32::" providerId="AD" clId="Web-{B17C81ED-34E3-C5C6-9515-198EDB332929}" dt="2026-02-26T09:50:49.149" v="71"/>
      <pc:docMkLst>
        <pc:docMk/>
      </pc:docMkLst>
      <pc:sldChg chg="ord">
        <pc:chgData name="Guest User" userId="S::urn:spo:tenantanon#a270c1c3-8ae5-482f-a3dc-7a4cc780ed32::" providerId="AD" clId="Web-{B17C81ED-34E3-C5C6-9515-198EDB332929}" dt="2026-02-26T09:50:49.149" v="71"/>
        <pc:sldMkLst>
          <pc:docMk/>
          <pc:sldMk cId="1876756054" sldId="257"/>
        </pc:sldMkLst>
      </pc:sldChg>
      <pc:sldChg chg="modSp">
        <pc:chgData name="Guest User" userId="S::urn:spo:tenantanon#a270c1c3-8ae5-482f-a3dc-7a4cc780ed32::" providerId="AD" clId="Web-{B17C81ED-34E3-C5C6-9515-198EDB332929}" dt="2026-02-26T09:48:21.633" v="39" actId="1076"/>
        <pc:sldMkLst>
          <pc:docMk/>
          <pc:sldMk cId="2496437291" sldId="272"/>
        </pc:sldMkLst>
        <pc:spChg chg="mod">
          <ac:chgData name="Guest User" userId="S::urn:spo:tenantanon#a270c1c3-8ae5-482f-a3dc-7a4cc780ed32::" providerId="AD" clId="Web-{B17C81ED-34E3-C5C6-9515-198EDB332929}" dt="2026-02-26T09:48:21.633" v="39" actId="1076"/>
          <ac:spMkLst>
            <pc:docMk/>
            <pc:sldMk cId="2496437291" sldId="272"/>
            <ac:spMk id="8" creationId="{4C7C242B-67CA-EA44-B262-FA7C6D01AC7A}"/>
          </ac:spMkLst>
        </pc:spChg>
      </pc:sldChg>
      <pc:sldChg chg="modSp">
        <pc:chgData name="Guest User" userId="S::urn:spo:tenantanon#a270c1c3-8ae5-482f-a3dc-7a4cc780ed32::" providerId="AD" clId="Web-{B17C81ED-34E3-C5C6-9515-198EDB332929}" dt="2026-02-26T09:48:45.930" v="69" actId="20577"/>
        <pc:sldMkLst>
          <pc:docMk/>
          <pc:sldMk cId="1737088333" sldId="275"/>
        </pc:sldMkLst>
        <pc:spChg chg="mod">
          <ac:chgData name="Guest User" userId="S::urn:spo:tenantanon#a270c1c3-8ae5-482f-a3dc-7a4cc780ed32::" providerId="AD" clId="Web-{B17C81ED-34E3-C5C6-9515-198EDB332929}" dt="2026-02-26T09:48:39.477" v="54" actId="20577"/>
          <ac:spMkLst>
            <pc:docMk/>
            <pc:sldMk cId="1737088333" sldId="275"/>
            <ac:spMk id="6" creationId="{9955DFFE-40AC-2FD7-C87F-F45BABCA87A1}"/>
          </ac:spMkLst>
        </pc:spChg>
        <pc:spChg chg="mod">
          <ac:chgData name="Guest User" userId="S::urn:spo:tenantanon#a270c1c3-8ae5-482f-a3dc-7a4cc780ed32::" providerId="AD" clId="Web-{B17C81ED-34E3-C5C6-9515-198EDB332929}" dt="2026-02-26T09:48:45.930" v="69" actId="20577"/>
          <ac:spMkLst>
            <pc:docMk/>
            <pc:sldMk cId="1737088333" sldId="275"/>
            <ac:spMk id="10" creationId="{EDC1612B-CE3D-5385-9DAC-DDA9E9A85B01}"/>
          </ac:spMkLst>
        </pc:spChg>
      </pc:sldChg>
      <pc:sldChg chg="modSp">
        <pc:chgData name="Guest User" userId="S::urn:spo:tenantanon#a270c1c3-8ae5-482f-a3dc-7a4cc780ed32::" providerId="AD" clId="Web-{B17C81ED-34E3-C5C6-9515-198EDB332929}" dt="2026-02-26T09:48:30.336" v="43" actId="20577"/>
        <pc:sldMkLst>
          <pc:docMk/>
          <pc:sldMk cId="2143370218" sldId="278"/>
        </pc:sldMkLst>
        <pc:spChg chg="mod">
          <ac:chgData name="Guest User" userId="S::urn:spo:tenantanon#a270c1c3-8ae5-482f-a3dc-7a4cc780ed32::" providerId="AD" clId="Web-{B17C81ED-34E3-C5C6-9515-198EDB332929}" dt="2026-02-26T09:48:30.336" v="43" actId="20577"/>
          <ac:spMkLst>
            <pc:docMk/>
            <pc:sldMk cId="2143370218" sldId="278"/>
            <ac:spMk id="22" creationId="{22895FC6-A632-4BCB-807D-CE25D63B1DC9}"/>
          </ac:spMkLst>
        </pc:spChg>
      </pc:sldChg>
    </pc:docChg>
  </pc:docChgLst>
  <pc:docChgLst>
    <pc:chgData name="Utilisateur invité" userId="S::urn:spo:tenantanon#a270c1c3-8ae5-482f-a3dc-7a4cc780ed32::" providerId="AD" clId="Web-{BE968BC0-DC3A-4648-AAD4-09B9FDEAD6CA}"/>
    <pc:docChg chg="modSld">
      <pc:chgData name="Utilisateur invité" userId="S::urn:spo:tenantanon#a270c1c3-8ae5-482f-a3dc-7a4cc780ed32::" providerId="AD" clId="Web-{BE968BC0-DC3A-4648-AAD4-09B9FDEAD6CA}" dt="2026-02-24T15:42:13.855" v="11" actId="1076"/>
      <pc:docMkLst>
        <pc:docMk/>
      </pc:docMkLst>
      <pc:sldChg chg="addSp modSp">
        <pc:chgData name="Utilisateur invité" userId="S::urn:spo:tenantanon#a270c1c3-8ae5-482f-a3dc-7a4cc780ed32::" providerId="AD" clId="Web-{BE968BC0-DC3A-4648-AAD4-09B9FDEAD6CA}" dt="2026-02-24T15:42:13.855" v="11" actId="1076"/>
        <pc:sldMkLst>
          <pc:docMk/>
          <pc:sldMk cId="2324317097" sldId="268"/>
        </pc:sldMkLst>
        <pc:picChg chg="add mod">
          <ac:chgData name="Utilisateur invité" userId="S::urn:spo:tenantanon#a270c1c3-8ae5-482f-a3dc-7a4cc780ed32::" providerId="AD" clId="Web-{BE968BC0-DC3A-4648-AAD4-09B9FDEAD6CA}" dt="2026-02-24T15:42:13.855" v="11" actId="1076"/>
          <ac:picMkLst>
            <pc:docMk/>
            <pc:sldMk cId="2324317097" sldId="268"/>
            <ac:picMk id="5" creationId="{4F0E7F47-A2EF-0A96-673A-28FCE9484FF0}"/>
          </ac:picMkLst>
        </pc:picChg>
      </pc:sldChg>
      <pc:sldChg chg="modSp">
        <pc:chgData name="Utilisateur invité" userId="S::urn:spo:tenantanon#a270c1c3-8ae5-482f-a3dc-7a4cc780ed32::" providerId="AD" clId="Web-{BE968BC0-DC3A-4648-AAD4-09B9FDEAD6CA}" dt="2026-02-24T15:38:57.708" v="1" actId="20577"/>
        <pc:sldMkLst>
          <pc:docMk/>
          <pc:sldMk cId="2143370218" sldId="278"/>
        </pc:sldMkLst>
        <pc:spChg chg="mod">
          <ac:chgData name="Utilisateur invité" userId="S::urn:spo:tenantanon#a270c1c3-8ae5-482f-a3dc-7a4cc780ed32::" providerId="AD" clId="Web-{BE968BC0-DC3A-4648-AAD4-09B9FDEAD6CA}" dt="2026-02-24T15:38:57.708" v="1" actId="20577"/>
          <ac:spMkLst>
            <pc:docMk/>
            <pc:sldMk cId="2143370218" sldId="278"/>
            <ac:spMk id="2" creationId="{1FAA658F-CC7B-96A1-D2E5-6091CF5E54D5}"/>
          </ac:spMkLst>
        </pc:spChg>
      </pc:sldChg>
    </pc:docChg>
  </pc:docChgLst>
  <pc:docChgLst>
    <pc:chgData name="Guest User" userId="S::urn:spo:tenantanon#a270c1c3-8ae5-482f-a3dc-7a4cc780ed32::" providerId="AD" clId="Web-{347E98B0-5D22-D572-F257-67FD23A5D5D3}"/>
    <pc:docChg chg="modSld">
      <pc:chgData name="Guest User" userId="S::urn:spo:tenantanon#a270c1c3-8ae5-482f-a3dc-7a4cc780ed32::" providerId="AD" clId="Web-{347E98B0-5D22-D572-F257-67FD23A5D5D3}" dt="2026-02-25T19:34:08.173" v="69" actId="1076"/>
      <pc:docMkLst>
        <pc:docMk/>
      </pc:docMkLst>
      <pc:sldChg chg="addSp modSp addAnim delAnim modAnim modNotes">
        <pc:chgData name="Guest User" userId="S::urn:spo:tenantanon#a270c1c3-8ae5-482f-a3dc-7a4cc780ed32::" providerId="AD" clId="Web-{347E98B0-5D22-D572-F257-67FD23A5D5D3}" dt="2026-02-25T19:30:34.906" v="67"/>
        <pc:sldMkLst>
          <pc:docMk/>
          <pc:sldMk cId="1876756054" sldId="257"/>
        </pc:sldMkLst>
        <pc:spChg chg="add mod ord">
          <ac:chgData name="Guest User" userId="S::urn:spo:tenantanon#a270c1c3-8ae5-482f-a3dc-7a4cc780ed32::" providerId="AD" clId="Web-{347E98B0-5D22-D572-F257-67FD23A5D5D3}" dt="2026-02-25T19:30:34.906" v="67"/>
          <ac:spMkLst>
            <pc:docMk/>
            <pc:sldMk cId="1876756054" sldId="257"/>
            <ac:spMk id="2" creationId="{37139F36-E713-703C-3EEF-F6F1BC3314AF}"/>
          </ac:spMkLst>
        </pc:spChg>
        <pc:spChg chg="add mod ord">
          <ac:chgData name="Guest User" userId="S::urn:spo:tenantanon#a270c1c3-8ae5-482f-a3dc-7a4cc780ed32::" providerId="AD" clId="Web-{347E98B0-5D22-D572-F257-67FD23A5D5D3}" dt="2026-02-25T19:28:11.060" v="25" actId="1076"/>
          <ac:spMkLst>
            <pc:docMk/>
            <pc:sldMk cId="1876756054" sldId="257"/>
            <ac:spMk id="4" creationId="{3A07F220-7076-75F9-3F73-3F8A3AD02F66}"/>
          </ac:spMkLst>
        </pc:spChg>
        <pc:picChg chg="mod">
          <ac:chgData name="Guest User" userId="S::urn:spo:tenantanon#a270c1c3-8ae5-482f-a3dc-7a4cc780ed32::" providerId="AD" clId="Web-{347E98B0-5D22-D572-F257-67FD23A5D5D3}" dt="2026-02-25T19:27:59.654" v="20" actId="1076"/>
          <ac:picMkLst>
            <pc:docMk/>
            <pc:sldMk cId="1876756054" sldId="257"/>
            <ac:picMk id="8" creationId="{8C99EA59-BF4D-2CA2-F769-67935FF0F8EC}"/>
          </ac:picMkLst>
        </pc:picChg>
      </pc:sldChg>
      <pc:sldChg chg="addSp modSp addAnim">
        <pc:chgData name="Guest User" userId="S::urn:spo:tenantanon#a270c1c3-8ae5-482f-a3dc-7a4cc780ed32::" providerId="AD" clId="Web-{347E98B0-5D22-D572-F257-67FD23A5D5D3}" dt="2026-02-25T19:28:50.639" v="28" actId="1076"/>
        <pc:sldMkLst>
          <pc:docMk/>
          <pc:sldMk cId="1169920918" sldId="258"/>
        </pc:sldMkLst>
        <pc:spChg chg="add mod">
          <ac:chgData name="Guest User" userId="S::urn:spo:tenantanon#a270c1c3-8ae5-482f-a3dc-7a4cc780ed32::" providerId="AD" clId="Web-{347E98B0-5D22-D572-F257-67FD23A5D5D3}" dt="2026-02-25T19:28:50.639" v="28" actId="1076"/>
          <ac:spMkLst>
            <pc:docMk/>
            <pc:sldMk cId="1169920918" sldId="258"/>
            <ac:spMk id="7" creationId="{47E873B4-0417-5C75-6B4F-DFFAB20D0BA9}"/>
          </ac:spMkLst>
        </pc:spChg>
        <pc:spChg chg="add">
          <ac:chgData name="Guest User" userId="S::urn:spo:tenantanon#a270c1c3-8ae5-482f-a3dc-7a4cc780ed32::" providerId="AD" clId="Web-{347E98B0-5D22-D572-F257-67FD23A5D5D3}" dt="2026-02-25T19:28:43.670" v="27"/>
          <ac:spMkLst>
            <pc:docMk/>
            <pc:sldMk cId="1169920918" sldId="258"/>
            <ac:spMk id="9" creationId="{B09F696B-7A02-92F2-41A3-A970E6D02F6D}"/>
          </ac:spMkLst>
        </pc:spChg>
      </pc:sldChg>
      <pc:sldChg chg="addSp addAnim">
        <pc:chgData name="Guest User" userId="S::urn:spo:tenantanon#a270c1c3-8ae5-482f-a3dc-7a4cc780ed32::" providerId="AD" clId="Web-{347E98B0-5D22-D572-F257-67FD23A5D5D3}" dt="2026-02-25T19:28:55.858" v="30"/>
        <pc:sldMkLst>
          <pc:docMk/>
          <pc:sldMk cId="1334558031" sldId="259"/>
        </pc:sldMkLst>
        <pc:spChg chg="add">
          <ac:chgData name="Guest User" userId="S::urn:spo:tenantanon#a270c1c3-8ae5-482f-a3dc-7a4cc780ed32::" providerId="AD" clId="Web-{347E98B0-5D22-D572-F257-67FD23A5D5D3}" dt="2026-02-25T19:28:55.858" v="29"/>
          <ac:spMkLst>
            <pc:docMk/>
            <pc:sldMk cId="1334558031" sldId="259"/>
            <ac:spMk id="5" creationId="{2AAF04D3-89B9-9855-73F5-E47851925EB2}"/>
          </ac:spMkLst>
        </pc:spChg>
        <pc:spChg chg="add">
          <ac:chgData name="Guest User" userId="S::urn:spo:tenantanon#a270c1c3-8ae5-482f-a3dc-7a4cc780ed32::" providerId="AD" clId="Web-{347E98B0-5D22-D572-F257-67FD23A5D5D3}" dt="2026-02-25T19:28:55.858" v="30"/>
          <ac:spMkLst>
            <pc:docMk/>
            <pc:sldMk cId="1334558031" sldId="259"/>
            <ac:spMk id="7" creationId="{2BBA2722-64F4-6334-8C1E-DD1DFFB59034}"/>
          </ac:spMkLst>
        </pc:spChg>
      </pc:sldChg>
      <pc:sldChg chg="addSp addAnim">
        <pc:chgData name="Guest User" userId="S::urn:spo:tenantanon#a270c1c3-8ae5-482f-a3dc-7a4cc780ed32::" providerId="AD" clId="Web-{347E98B0-5D22-D572-F257-67FD23A5D5D3}" dt="2026-02-25T19:28:58.483" v="32"/>
        <pc:sldMkLst>
          <pc:docMk/>
          <pc:sldMk cId="807116799" sldId="261"/>
        </pc:sldMkLst>
        <pc:spChg chg="add">
          <ac:chgData name="Guest User" userId="S::urn:spo:tenantanon#a270c1c3-8ae5-482f-a3dc-7a4cc780ed32::" providerId="AD" clId="Web-{347E98B0-5D22-D572-F257-67FD23A5D5D3}" dt="2026-02-25T19:28:58.483" v="31"/>
          <ac:spMkLst>
            <pc:docMk/>
            <pc:sldMk cId="807116799" sldId="261"/>
            <ac:spMk id="10" creationId="{12BC9B97-3154-7F13-2ED1-83958ABA59EB}"/>
          </ac:spMkLst>
        </pc:spChg>
        <pc:spChg chg="add">
          <ac:chgData name="Guest User" userId="S::urn:spo:tenantanon#a270c1c3-8ae5-482f-a3dc-7a4cc780ed32::" providerId="AD" clId="Web-{347E98B0-5D22-D572-F257-67FD23A5D5D3}" dt="2026-02-25T19:28:58.483" v="32"/>
          <ac:spMkLst>
            <pc:docMk/>
            <pc:sldMk cId="807116799" sldId="261"/>
            <ac:spMk id="12" creationId="{3D437CD1-6A9B-46B8-ABC2-26CE42B1B3FD}"/>
          </ac:spMkLst>
        </pc:spChg>
      </pc:sldChg>
      <pc:sldChg chg="addSp addAnim">
        <pc:chgData name="Guest User" userId="S::urn:spo:tenantanon#a270c1c3-8ae5-482f-a3dc-7a4cc780ed32::" providerId="AD" clId="Web-{347E98B0-5D22-D572-F257-67FD23A5D5D3}" dt="2026-02-25T19:29:01.186" v="34"/>
        <pc:sldMkLst>
          <pc:docMk/>
          <pc:sldMk cId="3661281455" sldId="262"/>
        </pc:sldMkLst>
        <pc:spChg chg="add">
          <ac:chgData name="Guest User" userId="S::urn:spo:tenantanon#a270c1c3-8ae5-482f-a3dc-7a4cc780ed32::" providerId="AD" clId="Web-{347E98B0-5D22-D572-F257-67FD23A5D5D3}" dt="2026-02-25T19:29:01.186" v="33"/>
          <ac:spMkLst>
            <pc:docMk/>
            <pc:sldMk cId="3661281455" sldId="262"/>
            <ac:spMk id="7" creationId="{E8B9C5EA-5D9A-4BD2-4464-B2592609067D}"/>
          </ac:spMkLst>
        </pc:spChg>
        <pc:spChg chg="add">
          <ac:chgData name="Guest User" userId="S::urn:spo:tenantanon#a270c1c3-8ae5-482f-a3dc-7a4cc780ed32::" providerId="AD" clId="Web-{347E98B0-5D22-D572-F257-67FD23A5D5D3}" dt="2026-02-25T19:29:01.186" v="34"/>
          <ac:spMkLst>
            <pc:docMk/>
            <pc:sldMk cId="3661281455" sldId="262"/>
            <ac:spMk id="9" creationId="{3ECBD128-4ACD-9A57-DE69-7577C1E29219}"/>
          </ac:spMkLst>
        </pc:spChg>
      </pc:sldChg>
      <pc:sldChg chg="addSp addAnim">
        <pc:chgData name="Guest User" userId="S::urn:spo:tenantanon#a270c1c3-8ae5-482f-a3dc-7a4cc780ed32::" providerId="AD" clId="Web-{347E98B0-5D22-D572-F257-67FD23A5D5D3}" dt="2026-02-25T19:29:07.889" v="40"/>
        <pc:sldMkLst>
          <pc:docMk/>
          <pc:sldMk cId="534267191" sldId="263"/>
        </pc:sldMkLst>
        <pc:spChg chg="add">
          <ac:chgData name="Guest User" userId="S::urn:spo:tenantanon#a270c1c3-8ae5-482f-a3dc-7a4cc780ed32::" providerId="AD" clId="Web-{347E98B0-5D22-D572-F257-67FD23A5D5D3}" dt="2026-02-25T19:29:07.889" v="39"/>
          <ac:spMkLst>
            <pc:docMk/>
            <pc:sldMk cId="534267191" sldId="263"/>
            <ac:spMk id="5" creationId="{1D2F75E9-C7C5-F2B2-AFEE-68C3850A09E5}"/>
          </ac:spMkLst>
        </pc:spChg>
        <pc:spChg chg="add">
          <ac:chgData name="Guest User" userId="S::urn:spo:tenantanon#a270c1c3-8ae5-482f-a3dc-7a4cc780ed32::" providerId="AD" clId="Web-{347E98B0-5D22-D572-F257-67FD23A5D5D3}" dt="2026-02-25T19:29:07.889" v="40"/>
          <ac:spMkLst>
            <pc:docMk/>
            <pc:sldMk cId="534267191" sldId="263"/>
            <ac:spMk id="11" creationId="{613B22AD-A039-CC6F-2C25-CCCC1D6370AB}"/>
          </ac:spMkLst>
        </pc:spChg>
      </pc:sldChg>
      <pc:sldChg chg="addSp addAnim">
        <pc:chgData name="Guest User" userId="S::urn:spo:tenantanon#a270c1c3-8ae5-482f-a3dc-7a4cc780ed32::" providerId="AD" clId="Web-{347E98B0-5D22-D572-F257-67FD23A5D5D3}" dt="2026-02-25T19:29:09.998" v="42"/>
        <pc:sldMkLst>
          <pc:docMk/>
          <pc:sldMk cId="3264900219" sldId="264"/>
        </pc:sldMkLst>
        <pc:spChg chg="add">
          <ac:chgData name="Guest User" userId="S::urn:spo:tenantanon#a270c1c3-8ae5-482f-a3dc-7a4cc780ed32::" providerId="AD" clId="Web-{347E98B0-5D22-D572-F257-67FD23A5D5D3}" dt="2026-02-25T19:29:09.998" v="41"/>
          <ac:spMkLst>
            <pc:docMk/>
            <pc:sldMk cId="3264900219" sldId="264"/>
            <ac:spMk id="6" creationId="{B7246C66-12CE-C953-D654-32E92D5524FF}"/>
          </ac:spMkLst>
        </pc:spChg>
        <pc:spChg chg="add">
          <ac:chgData name="Guest User" userId="S::urn:spo:tenantanon#a270c1c3-8ae5-482f-a3dc-7a4cc780ed32::" providerId="AD" clId="Web-{347E98B0-5D22-D572-F257-67FD23A5D5D3}" dt="2026-02-25T19:29:09.998" v="42"/>
          <ac:spMkLst>
            <pc:docMk/>
            <pc:sldMk cId="3264900219" sldId="264"/>
            <ac:spMk id="8" creationId="{B3E321AD-FB83-1DBF-3D6D-EDDFC3FE3AE1}"/>
          </ac:spMkLst>
        </pc:spChg>
      </pc:sldChg>
      <pc:sldChg chg="addSp addAnim">
        <pc:chgData name="Guest User" userId="S::urn:spo:tenantanon#a270c1c3-8ae5-482f-a3dc-7a4cc780ed32::" providerId="AD" clId="Web-{347E98B0-5D22-D572-F257-67FD23A5D5D3}" dt="2026-02-25T19:29:13.811" v="46"/>
        <pc:sldMkLst>
          <pc:docMk/>
          <pc:sldMk cId="2178072487" sldId="265"/>
        </pc:sldMkLst>
        <pc:spChg chg="add">
          <ac:chgData name="Guest User" userId="S::urn:spo:tenantanon#a270c1c3-8ae5-482f-a3dc-7a4cc780ed32::" providerId="AD" clId="Web-{347E98B0-5D22-D572-F257-67FD23A5D5D3}" dt="2026-02-25T19:29:13.795" v="45"/>
          <ac:spMkLst>
            <pc:docMk/>
            <pc:sldMk cId="2178072487" sldId="265"/>
            <ac:spMk id="6" creationId="{F1D495A7-82FC-0EF0-604D-82C4C01566EA}"/>
          </ac:spMkLst>
        </pc:spChg>
        <pc:spChg chg="add">
          <ac:chgData name="Guest User" userId="S::urn:spo:tenantanon#a270c1c3-8ae5-482f-a3dc-7a4cc780ed32::" providerId="AD" clId="Web-{347E98B0-5D22-D572-F257-67FD23A5D5D3}" dt="2026-02-25T19:29:13.811" v="46"/>
          <ac:spMkLst>
            <pc:docMk/>
            <pc:sldMk cId="2178072487" sldId="265"/>
            <ac:spMk id="8" creationId="{EE98AD1F-DF1E-8D4F-EE78-124A8E6D3FA1}"/>
          </ac:spMkLst>
        </pc:spChg>
      </pc:sldChg>
      <pc:sldChg chg="addSp modSp addAnim">
        <pc:chgData name="Guest User" userId="S::urn:spo:tenantanon#a270c1c3-8ae5-482f-a3dc-7a4cc780ed32::" providerId="AD" clId="Web-{347E98B0-5D22-D572-F257-67FD23A5D5D3}" dt="2026-02-25T19:29:26.952" v="49" actId="1076"/>
        <pc:sldMkLst>
          <pc:docMk/>
          <pc:sldMk cId="435214088" sldId="267"/>
        </pc:sldMkLst>
        <pc:spChg chg="add">
          <ac:chgData name="Guest User" userId="S::urn:spo:tenantanon#a270c1c3-8ae5-482f-a3dc-7a4cc780ed32::" providerId="AD" clId="Web-{347E98B0-5D22-D572-F257-67FD23A5D5D3}" dt="2026-02-25T19:29:15.920" v="47"/>
          <ac:spMkLst>
            <pc:docMk/>
            <pc:sldMk cId="435214088" sldId="267"/>
            <ac:spMk id="10" creationId="{5F18D094-CD56-6114-5ED3-2ABE7EBF460D}"/>
          </ac:spMkLst>
        </pc:spChg>
        <pc:spChg chg="add">
          <ac:chgData name="Guest User" userId="S::urn:spo:tenantanon#a270c1c3-8ae5-482f-a3dc-7a4cc780ed32::" providerId="AD" clId="Web-{347E98B0-5D22-D572-F257-67FD23A5D5D3}" dt="2026-02-25T19:29:15.936" v="48"/>
          <ac:spMkLst>
            <pc:docMk/>
            <pc:sldMk cId="435214088" sldId="267"/>
            <ac:spMk id="15" creationId="{7104E852-B642-5380-CB61-0E208EA4CDC2}"/>
          </ac:spMkLst>
        </pc:spChg>
        <pc:grpChg chg="mod">
          <ac:chgData name="Guest User" userId="S::urn:spo:tenantanon#a270c1c3-8ae5-482f-a3dc-7a4cc780ed32::" providerId="AD" clId="Web-{347E98B0-5D22-D572-F257-67FD23A5D5D3}" dt="2026-02-25T19:29:26.952" v="49" actId="1076"/>
          <ac:grpSpMkLst>
            <pc:docMk/>
            <pc:sldMk cId="435214088" sldId="267"/>
            <ac:grpSpMk id="8" creationId="{75A029DB-1EB5-9A4D-76DF-7269CBB5C0A3}"/>
          </ac:grpSpMkLst>
        </pc:grpChg>
      </pc:sldChg>
      <pc:sldChg chg="addSp addAnim">
        <pc:chgData name="Guest User" userId="S::urn:spo:tenantanon#a270c1c3-8ae5-482f-a3dc-7a4cc780ed32::" providerId="AD" clId="Web-{347E98B0-5D22-D572-F257-67FD23A5D5D3}" dt="2026-02-25T19:29:29.155" v="51"/>
        <pc:sldMkLst>
          <pc:docMk/>
          <pc:sldMk cId="2324317097" sldId="268"/>
        </pc:sldMkLst>
        <pc:spChg chg="add">
          <ac:chgData name="Guest User" userId="S::urn:spo:tenantanon#a270c1c3-8ae5-482f-a3dc-7a4cc780ed32::" providerId="AD" clId="Web-{347E98B0-5D22-D572-F257-67FD23A5D5D3}" dt="2026-02-25T19:29:29.139" v="50"/>
          <ac:spMkLst>
            <pc:docMk/>
            <pc:sldMk cId="2324317097" sldId="268"/>
            <ac:spMk id="7" creationId="{D0360557-F875-D7DA-FC35-9E01B1EEF8C6}"/>
          </ac:spMkLst>
        </pc:spChg>
        <pc:spChg chg="add">
          <ac:chgData name="Guest User" userId="S::urn:spo:tenantanon#a270c1c3-8ae5-482f-a3dc-7a4cc780ed32::" providerId="AD" clId="Web-{347E98B0-5D22-D572-F257-67FD23A5D5D3}" dt="2026-02-25T19:29:29.155" v="51"/>
          <ac:spMkLst>
            <pc:docMk/>
            <pc:sldMk cId="2324317097" sldId="268"/>
            <ac:spMk id="9" creationId="{3315DC0D-5B72-6081-018A-11EACB2B85BE}"/>
          </ac:spMkLst>
        </pc:spChg>
      </pc:sldChg>
      <pc:sldChg chg="addSp addAnim">
        <pc:chgData name="Guest User" userId="S::urn:spo:tenantanon#a270c1c3-8ae5-482f-a3dc-7a4cc780ed32::" providerId="AD" clId="Web-{347E98B0-5D22-D572-F257-67FD23A5D5D3}" dt="2026-02-25T19:29:05.061" v="38"/>
        <pc:sldMkLst>
          <pc:docMk/>
          <pc:sldMk cId="1184120684" sldId="269"/>
        </pc:sldMkLst>
        <pc:spChg chg="add">
          <ac:chgData name="Guest User" userId="S::urn:spo:tenantanon#a270c1c3-8ae5-482f-a3dc-7a4cc780ed32::" providerId="AD" clId="Web-{347E98B0-5D22-D572-F257-67FD23A5D5D3}" dt="2026-02-25T19:29:05.045" v="37"/>
          <ac:spMkLst>
            <pc:docMk/>
            <pc:sldMk cId="1184120684" sldId="269"/>
            <ac:spMk id="4" creationId="{0437853D-44A3-F691-75D9-8D8D9F40C334}"/>
          </ac:spMkLst>
        </pc:spChg>
        <pc:spChg chg="add">
          <ac:chgData name="Guest User" userId="S::urn:spo:tenantanon#a270c1c3-8ae5-482f-a3dc-7a4cc780ed32::" providerId="AD" clId="Web-{347E98B0-5D22-D572-F257-67FD23A5D5D3}" dt="2026-02-25T19:29:05.061" v="38"/>
          <ac:spMkLst>
            <pc:docMk/>
            <pc:sldMk cId="1184120684" sldId="269"/>
            <ac:spMk id="18" creationId="{D2B8C8C4-7531-1834-CCA0-29760461F224}"/>
          </ac:spMkLst>
        </pc:spChg>
      </pc:sldChg>
      <pc:sldChg chg="addSp addAnim">
        <pc:chgData name="Guest User" userId="S::urn:spo:tenantanon#a270c1c3-8ae5-482f-a3dc-7a4cc780ed32::" providerId="AD" clId="Web-{347E98B0-5D22-D572-F257-67FD23A5D5D3}" dt="2026-02-25T19:29:43.093" v="57"/>
        <pc:sldMkLst>
          <pc:docMk/>
          <pc:sldMk cId="1470006220" sldId="271"/>
        </pc:sldMkLst>
        <pc:spChg chg="add">
          <ac:chgData name="Guest User" userId="S::urn:spo:tenantanon#a270c1c3-8ae5-482f-a3dc-7a4cc780ed32::" providerId="AD" clId="Web-{347E98B0-5D22-D572-F257-67FD23A5D5D3}" dt="2026-02-25T19:29:43.077" v="56"/>
          <ac:spMkLst>
            <pc:docMk/>
            <pc:sldMk cId="1470006220" sldId="271"/>
            <ac:spMk id="6" creationId="{128CAF17-AAD4-54CD-5A95-1F3DC488C0AE}"/>
          </ac:spMkLst>
        </pc:spChg>
        <pc:spChg chg="add">
          <ac:chgData name="Guest User" userId="S::urn:spo:tenantanon#a270c1c3-8ae5-482f-a3dc-7a4cc780ed32::" providerId="AD" clId="Web-{347E98B0-5D22-D572-F257-67FD23A5D5D3}" dt="2026-02-25T19:29:43.093" v="57"/>
          <ac:spMkLst>
            <pc:docMk/>
            <pc:sldMk cId="1470006220" sldId="271"/>
            <ac:spMk id="8" creationId="{8769394C-B161-C808-6B28-5F390975E567}"/>
          </ac:spMkLst>
        </pc:spChg>
      </pc:sldChg>
      <pc:sldChg chg="addSp addAnim">
        <pc:chgData name="Guest User" userId="S::urn:spo:tenantanon#a270c1c3-8ae5-482f-a3dc-7a4cc780ed32::" providerId="AD" clId="Web-{347E98B0-5D22-D572-F257-67FD23A5D5D3}" dt="2026-02-25T19:29:44.389" v="59"/>
        <pc:sldMkLst>
          <pc:docMk/>
          <pc:sldMk cId="2496437291" sldId="272"/>
        </pc:sldMkLst>
        <pc:spChg chg="add">
          <ac:chgData name="Guest User" userId="S::urn:spo:tenantanon#a270c1c3-8ae5-482f-a3dc-7a4cc780ed32::" providerId="AD" clId="Web-{347E98B0-5D22-D572-F257-67FD23A5D5D3}" dt="2026-02-25T19:29:44.389" v="58"/>
          <ac:spMkLst>
            <pc:docMk/>
            <pc:sldMk cId="2496437291" sldId="272"/>
            <ac:spMk id="6" creationId="{D24DBCB0-A062-7296-1FE2-15D69C6C5247}"/>
          </ac:spMkLst>
        </pc:spChg>
        <pc:spChg chg="add">
          <ac:chgData name="Guest User" userId="S::urn:spo:tenantanon#a270c1c3-8ae5-482f-a3dc-7a4cc780ed32::" providerId="AD" clId="Web-{347E98B0-5D22-D572-F257-67FD23A5D5D3}" dt="2026-02-25T19:29:44.389" v="59"/>
          <ac:spMkLst>
            <pc:docMk/>
            <pc:sldMk cId="2496437291" sldId="272"/>
            <ac:spMk id="11" creationId="{C4318838-38C4-183E-CCDD-73C01D4F12CD}"/>
          </ac:spMkLst>
        </pc:spChg>
      </pc:sldChg>
      <pc:sldChg chg="addSp addAnim">
        <pc:chgData name="Guest User" userId="S::urn:spo:tenantanon#a270c1c3-8ae5-482f-a3dc-7a4cc780ed32::" providerId="AD" clId="Web-{347E98B0-5D22-D572-F257-67FD23A5D5D3}" dt="2026-02-25T19:29:46.608" v="61"/>
        <pc:sldMkLst>
          <pc:docMk/>
          <pc:sldMk cId="2860268144" sldId="273"/>
        </pc:sldMkLst>
        <pc:spChg chg="add">
          <ac:chgData name="Guest User" userId="S::urn:spo:tenantanon#a270c1c3-8ae5-482f-a3dc-7a4cc780ed32::" providerId="AD" clId="Web-{347E98B0-5D22-D572-F257-67FD23A5D5D3}" dt="2026-02-25T19:29:46.608" v="60"/>
          <ac:spMkLst>
            <pc:docMk/>
            <pc:sldMk cId="2860268144" sldId="273"/>
            <ac:spMk id="5" creationId="{1C1E92B2-1F61-9AE1-3254-D4C67FCD2573}"/>
          </ac:spMkLst>
        </pc:spChg>
        <pc:spChg chg="add">
          <ac:chgData name="Guest User" userId="S::urn:spo:tenantanon#a270c1c3-8ae5-482f-a3dc-7a4cc780ed32::" providerId="AD" clId="Web-{347E98B0-5D22-D572-F257-67FD23A5D5D3}" dt="2026-02-25T19:29:46.608" v="61"/>
          <ac:spMkLst>
            <pc:docMk/>
            <pc:sldMk cId="2860268144" sldId="273"/>
            <ac:spMk id="11" creationId="{192EFA03-5365-4CE0-6B78-8CC34B25B65F}"/>
          </ac:spMkLst>
        </pc:spChg>
      </pc:sldChg>
      <pc:sldChg chg="addSp addAnim">
        <pc:chgData name="Guest User" userId="S::urn:spo:tenantanon#a270c1c3-8ae5-482f-a3dc-7a4cc780ed32::" providerId="AD" clId="Web-{347E98B0-5D22-D572-F257-67FD23A5D5D3}" dt="2026-02-25T19:29:48.077" v="63"/>
        <pc:sldMkLst>
          <pc:docMk/>
          <pc:sldMk cId="1737088333" sldId="275"/>
        </pc:sldMkLst>
        <pc:spChg chg="add">
          <ac:chgData name="Guest User" userId="S::urn:spo:tenantanon#a270c1c3-8ae5-482f-a3dc-7a4cc780ed32::" providerId="AD" clId="Web-{347E98B0-5D22-D572-F257-67FD23A5D5D3}" dt="2026-02-25T19:29:48.061" v="62"/>
          <ac:spMkLst>
            <pc:docMk/>
            <pc:sldMk cId="1737088333" sldId="275"/>
            <ac:spMk id="5" creationId="{E8350F6D-A344-5E94-CA9D-D7137FD12EC3}"/>
          </ac:spMkLst>
        </pc:spChg>
        <pc:spChg chg="add">
          <ac:chgData name="Guest User" userId="S::urn:spo:tenantanon#a270c1c3-8ae5-482f-a3dc-7a4cc780ed32::" providerId="AD" clId="Web-{347E98B0-5D22-D572-F257-67FD23A5D5D3}" dt="2026-02-25T19:29:48.077" v="63"/>
          <ac:spMkLst>
            <pc:docMk/>
            <pc:sldMk cId="1737088333" sldId="275"/>
            <ac:spMk id="9" creationId="{0B37109A-A367-CF7B-835B-671BCAF7E828}"/>
          </ac:spMkLst>
        </pc:spChg>
      </pc:sldChg>
      <pc:sldChg chg="addSp modSp addAnim">
        <pc:chgData name="Guest User" userId="S::urn:spo:tenantanon#a270c1c3-8ae5-482f-a3dc-7a4cc780ed32::" providerId="AD" clId="Web-{347E98B0-5D22-D572-F257-67FD23A5D5D3}" dt="2026-02-25T19:30:04.702" v="66" actId="14100"/>
        <pc:sldMkLst>
          <pc:docMk/>
          <pc:sldMk cId="2173064140" sldId="276"/>
        </pc:sldMkLst>
        <pc:spChg chg="add">
          <ac:chgData name="Guest User" userId="S::urn:spo:tenantanon#a270c1c3-8ae5-482f-a3dc-7a4cc780ed32::" providerId="AD" clId="Web-{347E98B0-5D22-D572-F257-67FD23A5D5D3}" dt="2026-02-25T19:29:50.139" v="64"/>
          <ac:spMkLst>
            <pc:docMk/>
            <pc:sldMk cId="2173064140" sldId="276"/>
            <ac:spMk id="7" creationId="{0298985F-4D73-98C2-484E-514DE047EC6C}"/>
          </ac:spMkLst>
        </pc:spChg>
        <pc:spChg chg="add">
          <ac:chgData name="Guest User" userId="S::urn:spo:tenantanon#a270c1c3-8ae5-482f-a3dc-7a4cc780ed32::" providerId="AD" clId="Web-{347E98B0-5D22-D572-F257-67FD23A5D5D3}" dt="2026-02-25T19:29:50.155" v="65"/>
          <ac:spMkLst>
            <pc:docMk/>
            <pc:sldMk cId="2173064140" sldId="276"/>
            <ac:spMk id="10" creationId="{EDDC589F-FA26-38BB-2DA4-B5BE9CCFA9D3}"/>
          </ac:spMkLst>
        </pc:spChg>
        <pc:picChg chg="mod">
          <ac:chgData name="Guest User" userId="S::urn:spo:tenantanon#a270c1c3-8ae5-482f-a3dc-7a4cc780ed32::" providerId="AD" clId="Web-{347E98B0-5D22-D572-F257-67FD23A5D5D3}" dt="2026-02-25T19:30:04.702" v="66" actId="14100"/>
          <ac:picMkLst>
            <pc:docMk/>
            <pc:sldMk cId="2173064140" sldId="276"/>
            <ac:picMk id="5" creationId="{D7B3A408-1106-6AFB-B51C-996E4B7B870C}"/>
          </ac:picMkLst>
        </pc:picChg>
      </pc:sldChg>
      <pc:sldChg chg="addSp addAnim">
        <pc:chgData name="Guest User" userId="S::urn:spo:tenantanon#a270c1c3-8ae5-482f-a3dc-7a4cc780ed32::" providerId="AD" clId="Web-{347E98B0-5D22-D572-F257-67FD23A5D5D3}" dt="2026-02-25T19:29:31.796" v="53"/>
        <pc:sldMkLst>
          <pc:docMk/>
          <pc:sldMk cId="955617575" sldId="277"/>
        </pc:sldMkLst>
        <pc:spChg chg="add">
          <ac:chgData name="Guest User" userId="S::urn:spo:tenantanon#a270c1c3-8ae5-482f-a3dc-7a4cc780ed32::" providerId="AD" clId="Web-{347E98B0-5D22-D572-F257-67FD23A5D5D3}" dt="2026-02-25T19:29:31.780" v="52"/>
          <ac:spMkLst>
            <pc:docMk/>
            <pc:sldMk cId="955617575" sldId="277"/>
            <ac:spMk id="9" creationId="{E481A215-94BF-96D1-9C28-779834789635}"/>
          </ac:spMkLst>
        </pc:spChg>
        <pc:spChg chg="add">
          <ac:chgData name="Guest User" userId="S::urn:spo:tenantanon#a270c1c3-8ae5-482f-a3dc-7a4cc780ed32::" providerId="AD" clId="Web-{347E98B0-5D22-D572-F257-67FD23A5D5D3}" dt="2026-02-25T19:29:31.796" v="53"/>
          <ac:spMkLst>
            <pc:docMk/>
            <pc:sldMk cId="955617575" sldId="277"/>
            <ac:spMk id="11" creationId="{DAB10ED1-F837-4373-F136-462B2CC5FAC9}"/>
          </ac:spMkLst>
        </pc:spChg>
      </pc:sldChg>
      <pc:sldChg chg="addSp modSp addAnim">
        <pc:chgData name="Guest User" userId="S::urn:spo:tenantanon#a270c1c3-8ae5-482f-a3dc-7a4cc780ed32::" providerId="AD" clId="Web-{347E98B0-5D22-D572-F257-67FD23A5D5D3}" dt="2026-02-25T19:34:08.173" v="69" actId="1076"/>
        <pc:sldMkLst>
          <pc:docMk/>
          <pc:sldMk cId="2143370218" sldId="278"/>
        </pc:sldMkLst>
        <pc:spChg chg="add">
          <ac:chgData name="Guest User" userId="S::urn:spo:tenantanon#a270c1c3-8ae5-482f-a3dc-7a4cc780ed32::" providerId="AD" clId="Web-{347E98B0-5D22-D572-F257-67FD23A5D5D3}" dt="2026-02-25T19:29:39.733" v="54"/>
          <ac:spMkLst>
            <pc:docMk/>
            <pc:sldMk cId="2143370218" sldId="278"/>
            <ac:spMk id="4" creationId="{0A97A4C3-7C11-1F9D-CFCC-7687D461F53B}"/>
          </ac:spMkLst>
        </pc:spChg>
        <pc:spChg chg="add">
          <ac:chgData name="Guest User" userId="S::urn:spo:tenantanon#a270c1c3-8ae5-482f-a3dc-7a4cc780ed32::" providerId="AD" clId="Web-{347E98B0-5D22-D572-F257-67FD23A5D5D3}" dt="2026-02-25T19:29:39.749" v="55"/>
          <ac:spMkLst>
            <pc:docMk/>
            <pc:sldMk cId="2143370218" sldId="278"/>
            <ac:spMk id="6" creationId="{B25AAA82-A52C-B351-0587-858325FC0AD2}"/>
          </ac:spMkLst>
        </pc:spChg>
        <pc:spChg chg="mod">
          <ac:chgData name="Guest User" userId="S::urn:spo:tenantanon#a270c1c3-8ae5-482f-a3dc-7a4cc780ed32::" providerId="AD" clId="Web-{347E98B0-5D22-D572-F257-67FD23A5D5D3}" dt="2026-02-25T19:34:03.563" v="68" actId="1076"/>
          <ac:spMkLst>
            <pc:docMk/>
            <pc:sldMk cId="2143370218" sldId="278"/>
            <ac:spMk id="22" creationId="{22895FC6-A632-4BCB-807D-CE25D63B1DC9}"/>
          </ac:spMkLst>
        </pc:spChg>
        <pc:spChg chg="mod">
          <ac:chgData name="Guest User" userId="S::urn:spo:tenantanon#a270c1c3-8ae5-482f-a3dc-7a4cc780ed32::" providerId="AD" clId="Web-{347E98B0-5D22-D572-F257-67FD23A5D5D3}" dt="2026-02-25T19:34:08.173" v="69" actId="1076"/>
          <ac:spMkLst>
            <pc:docMk/>
            <pc:sldMk cId="2143370218" sldId="278"/>
            <ac:spMk id="30" creationId="{527D41D3-DCAF-A7EF-C96F-B78150D56368}"/>
          </ac:spMkLst>
        </pc:spChg>
        <pc:cxnChg chg="mod">
          <ac:chgData name="Guest User" userId="S::urn:spo:tenantanon#a270c1c3-8ae5-482f-a3dc-7a4cc780ed32::" providerId="AD" clId="Web-{347E98B0-5D22-D572-F257-67FD23A5D5D3}" dt="2026-02-25T19:34:03.563" v="68" actId="1076"/>
          <ac:cxnSpMkLst>
            <pc:docMk/>
            <pc:sldMk cId="2143370218" sldId="278"/>
            <ac:cxnSpMk id="69" creationId="{146CE9A2-7027-E313-FBA0-AAFC10784040}"/>
          </ac:cxnSpMkLst>
        </pc:cxnChg>
        <pc:cxnChg chg="mod">
          <ac:chgData name="Guest User" userId="S::urn:spo:tenantanon#a270c1c3-8ae5-482f-a3dc-7a4cc780ed32::" providerId="AD" clId="Web-{347E98B0-5D22-D572-F257-67FD23A5D5D3}" dt="2026-02-25T19:34:08.173" v="69" actId="1076"/>
          <ac:cxnSpMkLst>
            <pc:docMk/>
            <pc:sldMk cId="2143370218" sldId="278"/>
            <ac:cxnSpMk id="72" creationId="{0C722345-229C-215D-9FED-6D3DB083619A}"/>
          </ac:cxnSpMkLst>
        </pc:cxnChg>
      </pc:sldChg>
    </pc:docChg>
  </pc:docChgLst>
  <pc:docChgLst>
    <pc:chgData name="Millet, Arthur" userId="a1703bcd-6477-40e6-bd50-86ade154c01a" providerId="ADAL" clId="{A3E40B51-8C01-3355-ACE1-0E2AC6056D4F}"/>
    <pc:docChg chg="modSld">
      <pc:chgData name="Millet, Arthur" userId="a1703bcd-6477-40e6-bd50-86ade154c01a" providerId="ADAL" clId="{A3E40B51-8C01-3355-ACE1-0E2AC6056D4F}" dt="2026-03-11T15:29:52.840" v="262" actId="20577"/>
      <pc:docMkLst>
        <pc:docMk/>
      </pc:docMkLst>
      <pc:sldChg chg="modNotesTx">
        <pc:chgData name="Millet, Arthur" userId="a1703bcd-6477-40e6-bd50-86ade154c01a" providerId="ADAL" clId="{A3E40B51-8C01-3355-ACE1-0E2AC6056D4F}" dt="2026-03-11T15:29:52.840" v="262" actId="20577"/>
        <pc:sldMkLst>
          <pc:docMk/>
          <pc:sldMk cId="1169920918" sldId="258"/>
        </pc:sldMkLst>
      </pc:sldChg>
      <pc:sldChg chg="modNotesTx">
        <pc:chgData name="Millet, Arthur" userId="a1703bcd-6477-40e6-bd50-86ade154c01a" providerId="ADAL" clId="{A3E40B51-8C01-3355-ACE1-0E2AC6056D4F}" dt="2026-03-08T21:38:05.410" v="104" actId="20577"/>
        <pc:sldMkLst>
          <pc:docMk/>
          <pc:sldMk cId="1334558031" sldId="259"/>
        </pc:sldMkLst>
      </pc:sldChg>
      <pc:sldChg chg="modSp mod">
        <pc:chgData name="Millet, Arthur" userId="a1703bcd-6477-40e6-bd50-86ade154c01a" providerId="ADAL" clId="{A3E40B51-8C01-3355-ACE1-0E2AC6056D4F}" dt="2026-03-05T15:22:44.577" v="0" actId="20577"/>
        <pc:sldMkLst>
          <pc:docMk/>
          <pc:sldMk cId="2178072487" sldId="265"/>
        </pc:sldMkLst>
        <pc:spChg chg="mod">
          <ac:chgData name="Millet, Arthur" userId="a1703bcd-6477-40e6-bd50-86ade154c01a" providerId="ADAL" clId="{A3E40B51-8C01-3355-ACE1-0E2AC6056D4F}" dt="2026-03-05T15:22:44.577" v="0" actId="20577"/>
          <ac:spMkLst>
            <pc:docMk/>
            <pc:sldMk cId="2178072487" sldId="265"/>
            <ac:spMk id="2" creationId="{4F33F1B5-FE50-F55C-E8BF-632748001849}"/>
          </ac:spMkLst>
        </pc:spChg>
      </pc:sldChg>
      <pc:sldChg chg="modNotesTx">
        <pc:chgData name="Millet, Arthur" userId="a1703bcd-6477-40e6-bd50-86ade154c01a" providerId="ADAL" clId="{A3E40B51-8C01-3355-ACE1-0E2AC6056D4F}" dt="2026-03-09T21:27:14.216" v="243" actId="20577"/>
        <pc:sldMkLst>
          <pc:docMk/>
          <pc:sldMk cId="1470006220" sldId="271"/>
        </pc:sldMkLst>
      </pc:sldChg>
      <pc:sldChg chg="modNotesTx">
        <pc:chgData name="Millet, Arthur" userId="a1703bcd-6477-40e6-bd50-86ade154c01a" providerId="ADAL" clId="{A3E40B51-8C01-3355-ACE1-0E2AC6056D4F}" dt="2026-03-11T07:50:19.612" v="254" actId="20577"/>
        <pc:sldMkLst>
          <pc:docMk/>
          <pc:sldMk cId="2143370218" sldId="278"/>
        </pc:sldMkLst>
      </pc:sldChg>
    </pc:docChg>
  </pc:docChgLst>
  <pc:docChgLst>
    <pc:chgData name="Utilisateur invité" userId="S::urn:spo:tenantanon#a270c1c3-8ae5-482f-a3dc-7a4cc780ed32::" providerId="AD" clId="Web-{98F14531-2835-7BC6-F6C3-1CD92AB180E7}"/>
    <pc:docChg chg="modSld">
      <pc:chgData name="Utilisateur invité" userId="S::urn:spo:tenantanon#a270c1c3-8ae5-482f-a3dc-7a4cc780ed32::" providerId="AD" clId="Web-{98F14531-2835-7BC6-F6C3-1CD92AB180E7}" dt="2026-03-05T14:15:03.025" v="1078"/>
      <pc:docMkLst>
        <pc:docMk/>
      </pc:docMkLst>
      <pc:sldChg chg="modNotes">
        <pc:chgData name="Utilisateur invité" userId="S::urn:spo:tenantanon#a270c1c3-8ae5-482f-a3dc-7a4cc780ed32::" providerId="AD" clId="Web-{98F14531-2835-7BC6-F6C3-1CD92AB180E7}" dt="2026-03-05T14:03:15.454" v="432"/>
        <pc:sldMkLst>
          <pc:docMk/>
          <pc:sldMk cId="534267191" sldId="263"/>
        </pc:sldMkLst>
      </pc:sldChg>
      <pc:sldChg chg="modNotes">
        <pc:chgData name="Utilisateur invité" userId="S::urn:spo:tenantanon#a270c1c3-8ae5-482f-a3dc-7a4cc780ed32::" providerId="AD" clId="Web-{98F14531-2835-7BC6-F6C3-1CD92AB180E7}" dt="2026-03-05T14:00:47.093" v="174"/>
        <pc:sldMkLst>
          <pc:docMk/>
          <pc:sldMk cId="1184120684" sldId="269"/>
        </pc:sldMkLst>
      </pc:sldChg>
      <pc:sldChg chg="modNotes">
        <pc:chgData name="Utilisateur invité" userId="S::urn:spo:tenantanon#a270c1c3-8ae5-482f-a3dc-7a4cc780ed32::" providerId="AD" clId="Web-{98F14531-2835-7BC6-F6C3-1CD92AB180E7}" dt="2026-03-05T14:05:23.350" v="661"/>
        <pc:sldMkLst>
          <pc:docMk/>
          <pc:sldMk cId="2496437291" sldId="272"/>
        </pc:sldMkLst>
      </pc:sldChg>
      <pc:sldChg chg="modNotes">
        <pc:chgData name="Utilisateur invité" userId="S::urn:spo:tenantanon#a270c1c3-8ae5-482f-a3dc-7a4cc780ed32::" providerId="AD" clId="Web-{98F14531-2835-7BC6-F6C3-1CD92AB180E7}" dt="2026-03-05T14:12:22.302" v="849"/>
        <pc:sldMkLst>
          <pc:docMk/>
          <pc:sldMk cId="2860268144" sldId="273"/>
        </pc:sldMkLst>
      </pc:sldChg>
      <pc:sldChg chg="modNotes">
        <pc:chgData name="Utilisateur invité" userId="S::urn:spo:tenantanon#a270c1c3-8ae5-482f-a3dc-7a4cc780ed32::" providerId="AD" clId="Web-{98F14531-2835-7BC6-F6C3-1CD92AB180E7}" dt="2026-03-05T14:15:03.025" v="1078"/>
        <pc:sldMkLst>
          <pc:docMk/>
          <pc:sldMk cId="1737088333" sldId="275"/>
        </pc:sldMkLst>
      </pc:sldChg>
    </pc:docChg>
  </pc:docChgLst>
  <pc:docChgLst>
    <pc:chgData name="Utilisateur invité" userId="S::urn:spo:tenantanon#a270c1c3-8ae5-482f-a3dc-7a4cc780ed32::" providerId="AD" clId="Web-{4E330149-E812-0EDA-155A-446C7B51AA30}"/>
    <pc:docChg chg="modSld">
      <pc:chgData name="Utilisateur invité" userId="S::urn:spo:tenantanon#a270c1c3-8ae5-482f-a3dc-7a4cc780ed32::" providerId="AD" clId="Web-{4E330149-E812-0EDA-155A-446C7B51AA30}" dt="2026-03-05T13:56:20.382" v="1" actId="1076"/>
      <pc:docMkLst>
        <pc:docMk/>
      </pc:docMkLst>
      <pc:sldChg chg="modSp">
        <pc:chgData name="Utilisateur invité" userId="S::urn:spo:tenantanon#a270c1c3-8ae5-482f-a3dc-7a4cc780ed32::" providerId="AD" clId="Web-{4E330149-E812-0EDA-155A-446C7B51AA30}" dt="2026-03-05T13:56:20.382" v="1" actId="1076"/>
        <pc:sldMkLst>
          <pc:docMk/>
          <pc:sldMk cId="1876756054" sldId="257"/>
        </pc:sldMkLst>
        <pc:picChg chg="mod">
          <ac:chgData name="Utilisateur invité" userId="S::urn:spo:tenantanon#a270c1c3-8ae5-482f-a3dc-7a4cc780ed32::" providerId="AD" clId="Web-{4E330149-E812-0EDA-155A-446C7B51AA30}" dt="2026-03-05T13:56:20.382" v="1" actId="1076"/>
          <ac:picMkLst>
            <pc:docMk/>
            <pc:sldMk cId="1876756054" sldId="257"/>
            <ac:picMk id="8" creationId="{8C99EA59-BF4D-2CA2-F769-67935FF0F8E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EBD91-27A1-42DE-BF51-2BA1EA412798}" type="datetimeFigureOut">
              <a:rPr lang="fr-FR" smtClean="0"/>
              <a:t>11/03/2026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3037EA-2C49-46AA-89A3-A540A9BFB73A}" type="slidenum">
              <a:rPr lang="fr-FR" smtClean="0"/>
              <a:t>‹N°›</a:t>
            </a:fld>
            <a:endParaRPr lang="fr-FR"/>
          </a:p>
        </p:txBody>
      </p:sp>
    </p:spTree>
    <p:extLst>
      <p:ext uri="{BB962C8B-B14F-4D97-AF65-F5344CB8AC3E}">
        <p14:creationId xmlns:p14="http://schemas.microsoft.com/office/powerpoint/2010/main" val="1068452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Finding an internship abroad is already difficult.</a:t>
            </a:r>
          </a:p>
          <a:p>
            <a:r>
              <a:rPr lang="en-US"/>
              <a:t>But entering the Swiss job market when you’re not Swiss can be even more challenging.</a:t>
            </a:r>
          </a:p>
          <a:p>
            <a:r>
              <a:rPr lang="en-US"/>
              <a:t>Students often struggle to understand what companies are really looking for and if their profile truly fits the position.</a:t>
            </a:r>
          </a:p>
          <a:p>
            <a:r>
              <a:rPr lang="en-US"/>
              <a:t>This is exactly the kind of problem the platform </a:t>
            </a:r>
            <a:r>
              <a:rPr lang="en-US" err="1"/>
              <a:t>WeJob</a:t>
            </a:r>
            <a:r>
              <a:rPr lang="en-US"/>
              <a:t> aims to solve.</a:t>
            </a:r>
          </a:p>
          <a:p>
            <a:pPr>
              <a:defRPr/>
            </a:pPr>
            <a:endParaRPr lang="fr-FR"/>
          </a:p>
        </p:txBody>
      </p:sp>
      <p:sp>
        <p:nvSpPr>
          <p:cNvPr id="4" name="Slide Number Placeholder 3"/>
          <p:cNvSpPr>
            <a:spLocks noGrp="1"/>
          </p:cNvSpPr>
          <p:nvPr>
            <p:ph type="sldNum" sz="quarter" idx="5"/>
          </p:nvPr>
        </p:nvSpPr>
        <p:spPr/>
        <p:txBody>
          <a:bodyPr/>
          <a:lstStyle/>
          <a:p>
            <a:fld id="{6B3037EA-2C49-46AA-89A3-A540A9BFB73A}" type="slidenum">
              <a:rPr lang="fr-FR" smtClean="0"/>
              <a:t>1</a:t>
            </a:fld>
            <a:endParaRPr lang="fr-FR"/>
          </a:p>
        </p:txBody>
      </p:sp>
    </p:spTree>
    <p:extLst>
      <p:ext uri="{BB962C8B-B14F-4D97-AF65-F5344CB8AC3E}">
        <p14:creationId xmlns:p14="http://schemas.microsoft.com/office/powerpoint/2010/main" val="1062850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WeJob connects applicants </a:t>
            </a:r>
            <a:r>
              <a:rPr lang="fr-FR"/>
              <a:t>and</a:t>
            </a:r>
            <a:r>
              <a:rPr lang="en-US"/>
              <a:t> companies through job offers and courses on the platform.</a:t>
            </a:r>
          </a:p>
          <a:p>
            <a:r>
              <a:rPr lang="en-US"/>
              <a:t>The goal is to simplify recruitment by helping applicants find relevant jobs and allowing recruiters to quickly reach suitable profiles.</a:t>
            </a:r>
          </a:p>
          <a:p>
            <a:endParaRPr lang="fr-FR"/>
          </a:p>
        </p:txBody>
      </p:sp>
      <p:sp>
        <p:nvSpPr>
          <p:cNvPr id="4" name="Slide Number Placeholder 3"/>
          <p:cNvSpPr>
            <a:spLocks noGrp="1"/>
          </p:cNvSpPr>
          <p:nvPr>
            <p:ph type="sldNum" sz="quarter" idx="5"/>
          </p:nvPr>
        </p:nvSpPr>
        <p:spPr/>
        <p:txBody>
          <a:bodyPr/>
          <a:lstStyle/>
          <a:p>
            <a:fld id="{6B3037EA-2C49-46AA-89A3-A540A9BFB73A}" type="slidenum">
              <a:rPr lang="fr-FR" smtClean="0"/>
              <a:t>2</a:t>
            </a:fld>
            <a:endParaRPr lang="fr-FR"/>
          </a:p>
        </p:txBody>
      </p:sp>
    </p:spTree>
    <p:extLst>
      <p:ext uri="{BB962C8B-B14F-4D97-AF65-F5344CB8AC3E}">
        <p14:creationId xmlns:p14="http://schemas.microsoft.com/office/powerpoint/2010/main" val="46428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the platform faces several challenges.</a:t>
            </a:r>
          </a:p>
          <a:p>
            <a:r>
              <a:rPr lang="fr-FR"/>
              <a:t>Indeed </a:t>
            </a:r>
            <a:r>
              <a:rPr lang="en-US"/>
              <a:t>there are performance issues, with noticeable latency.</a:t>
            </a:r>
          </a:p>
          <a:p>
            <a:r>
              <a:rPr lang="fr-FR"/>
              <a:t>T</a:t>
            </a:r>
            <a:r>
              <a:rPr lang="en-US"/>
              <a:t>he matching system doesn’t produce relevant results.</a:t>
            </a:r>
          </a:p>
          <a:p>
            <a:r>
              <a:rPr lang="fr-FR"/>
              <a:t>So</a:t>
            </a:r>
            <a:r>
              <a:rPr lang="en-US"/>
              <a:t>, the conversion rate is low, few users actually find a job through the platform.</a:t>
            </a:r>
          </a:p>
          <a:p>
            <a:r>
              <a:rPr lang="en-US"/>
              <a:t>Finally, there are several user experience issues.</a:t>
            </a:r>
          </a:p>
        </p:txBody>
      </p:sp>
      <p:sp>
        <p:nvSpPr>
          <p:cNvPr id="4" name="Slide Number Placeholder 3"/>
          <p:cNvSpPr>
            <a:spLocks noGrp="1"/>
          </p:cNvSpPr>
          <p:nvPr>
            <p:ph type="sldNum" sz="quarter" idx="5"/>
          </p:nvPr>
        </p:nvSpPr>
        <p:spPr/>
        <p:txBody>
          <a:bodyPr/>
          <a:lstStyle/>
          <a:p>
            <a:fld id="{6B3037EA-2C49-46AA-89A3-A540A9BFB73A}" type="slidenum">
              <a:rPr lang="fr-FR" smtClean="0"/>
              <a:t>3</a:t>
            </a:fld>
            <a:endParaRPr lang="fr-FR"/>
          </a:p>
        </p:txBody>
      </p:sp>
    </p:spTree>
    <p:extLst>
      <p:ext uri="{BB962C8B-B14F-4D97-AF65-F5344CB8AC3E}">
        <p14:creationId xmlns:p14="http://schemas.microsoft.com/office/powerpoint/2010/main" val="1322282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latin typeface="Calibri"/>
                <a:ea typeface="Calibri"/>
                <a:cs typeface="Calibri"/>
              </a:rPr>
              <a:t>For this project, our team is composed of Arthur, Akram, Jessy and myself. We are working in collaboration with the client's team from Geneva (on the </a:t>
            </a:r>
            <a:r>
              <a:rPr lang="en-US" dirty="0" err="1">
                <a:latin typeface="Calibri"/>
                <a:ea typeface="Calibri"/>
                <a:cs typeface="Calibri"/>
              </a:rPr>
              <a:t>ri</a:t>
            </a:r>
            <a:r>
              <a:rPr lang="en-US" dirty="0">
                <a:latin typeface="Calibri"/>
                <a:ea typeface="Calibri"/>
                <a:cs typeface="Calibri"/>
              </a:rPr>
              <a:t>ght). Our main point of contact is Ruben, the project leader.</a:t>
            </a:r>
          </a:p>
        </p:txBody>
      </p:sp>
      <p:sp>
        <p:nvSpPr>
          <p:cNvPr id="4" name="Espace réservé du numéro de diapositive 3"/>
          <p:cNvSpPr>
            <a:spLocks noGrp="1"/>
          </p:cNvSpPr>
          <p:nvPr>
            <p:ph type="sldNum" sz="quarter" idx="5"/>
          </p:nvPr>
        </p:nvSpPr>
        <p:spPr/>
        <p:txBody>
          <a:bodyPr/>
          <a:lstStyle/>
          <a:p>
            <a:fld id="{6B3037EA-2C49-46AA-89A3-A540A9BFB73A}" type="slidenum">
              <a:rPr lang="fr-FR" smtClean="0"/>
              <a:t>6</a:t>
            </a:fld>
            <a:endParaRPr lang="fr-FR"/>
          </a:p>
        </p:txBody>
      </p:sp>
    </p:spTree>
    <p:extLst>
      <p:ext uri="{BB962C8B-B14F-4D97-AF65-F5344CB8AC3E}">
        <p14:creationId xmlns:p14="http://schemas.microsoft.com/office/powerpoint/2010/main" val="453386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latin typeface="Calibri"/>
                <a:ea typeface="Calibri"/>
                <a:cs typeface="Calibri"/>
              </a:rPr>
              <a:t>Regarding constraints, we had to familiarize ourselves with the Swiss market specifics and its multilingual aspect, ensure the confidentiality to maintain user trust and follow legal requirements. Our work integrates an existing system that requires adaptation.</a:t>
            </a:r>
          </a:p>
        </p:txBody>
      </p:sp>
      <p:sp>
        <p:nvSpPr>
          <p:cNvPr id="4" name="Espace réservé du numéro de diapositive 3"/>
          <p:cNvSpPr>
            <a:spLocks noGrp="1"/>
          </p:cNvSpPr>
          <p:nvPr>
            <p:ph type="sldNum" sz="quarter" idx="5"/>
          </p:nvPr>
        </p:nvSpPr>
        <p:spPr/>
        <p:txBody>
          <a:bodyPr/>
          <a:lstStyle/>
          <a:p>
            <a:fld id="{6B3037EA-2C49-46AA-89A3-A540A9BFB73A}" type="slidenum">
              <a:rPr lang="fr-FR" smtClean="0"/>
              <a:t>7</a:t>
            </a:fld>
            <a:endParaRPr lang="fr-FR"/>
          </a:p>
        </p:txBody>
      </p:sp>
    </p:spTree>
    <p:extLst>
      <p:ext uri="{BB962C8B-B14F-4D97-AF65-F5344CB8AC3E}">
        <p14:creationId xmlns:p14="http://schemas.microsoft.com/office/powerpoint/2010/main" val="1901873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err="1"/>
              <a:t>During</a:t>
            </a:r>
            <a:r>
              <a:rPr lang="fr-FR"/>
              <a:t> the</a:t>
            </a:r>
            <a:r>
              <a:rPr lang="en-US"/>
              <a:t> project,</a:t>
            </a:r>
            <a:r>
              <a:rPr lang="fr-FR"/>
              <a:t> w</a:t>
            </a:r>
            <a:r>
              <a:rPr lang="en-US"/>
              <a:t>e fixed the applicant workflow, the job offer publication process, and implemented a first version of an intelligent matching system.</a:t>
            </a:r>
          </a:p>
          <a:p>
            <a:r>
              <a:rPr lang="en-US"/>
              <a:t>Due to time constraints, we did not implement </a:t>
            </a:r>
            <a:r>
              <a:rPr lang="fr-FR"/>
              <a:t>an </a:t>
            </a:r>
            <a:r>
              <a:rPr lang="en-US"/>
              <a:t>advanced matching, </a:t>
            </a:r>
            <a:r>
              <a:rPr lang="fr-FR"/>
              <a:t>a </a:t>
            </a:r>
            <a:r>
              <a:rPr lang="en-US"/>
              <a:t>personalized career paths,</a:t>
            </a:r>
            <a:r>
              <a:rPr lang="fr-FR"/>
              <a:t> and</a:t>
            </a:r>
            <a:r>
              <a:rPr lang="en-US"/>
              <a:t> an AI support assistant for users.</a:t>
            </a:r>
          </a:p>
          <a:p>
            <a:endParaRPr lang="fr-FR"/>
          </a:p>
        </p:txBody>
      </p:sp>
      <p:sp>
        <p:nvSpPr>
          <p:cNvPr id="4" name="Slide Number Placeholder 3"/>
          <p:cNvSpPr>
            <a:spLocks noGrp="1"/>
          </p:cNvSpPr>
          <p:nvPr>
            <p:ph type="sldNum" sz="quarter" idx="5"/>
          </p:nvPr>
        </p:nvSpPr>
        <p:spPr/>
        <p:txBody>
          <a:bodyPr/>
          <a:lstStyle/>
          <a:p>
            <a:fld id="{6B3037EA-2C49-46AA-89A3-A540A9BFB73A}" type="slidenum">
              <a:rPr lang="fr-FR" smtClean="0"/>
              <a:t>15</a:t>
            </a:fld>
            <a:endParaRPr lang="fr-FR"/>
          </a:p>
        </p:txBody>
      </p:sp>
    </p:spTree>
    <p:extLst>
      <p:ext uri="{BB962C8B-B14F-4D97-AF65-F5344CB8AC3E}">
        <p14:creationId xmlns:p14="http://schemas.microsoft.com/office/powerpoint/2010/main" val="1925671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err="1"/>
              <a:t>Through</a:t>
            </a:r>
            <a:r>
              <a:rPr lang="fr-FR"/>
              <a:t> </a:t>
            </a:r>
            <a:r>
              <a:rPr lang="fr-FR" err="1"/>
              <a:t>this</a:t>
            </a:r>
            <a:r>
              <a:rPr lang="fr-FR"/>
              <a:t> </a:t>
            </a:r>
            <a:r>
              <a:rPr lang="fr-FR" err="1"/>
              <a:t>project</a:t>
            </a:r>
            <a:r>
              <a:rPr lang="en-US"/>
              <a:t>, we learned three important things.</a:t>
            </a:r>
          </a:p>
          <a:p>
            <a:r>
              <a:rPr lang="en-US"/>
              <a:t>First, good matching requires context, not just keywords.</a:t>
            </a:r>
          </a:p>
          <a:p>
            <a:r>
              <a:rPr lang="en-US"/>
              <a:t>Second, applicants need transparency about opportunities before they decide to apply.</a:t>
            </a:r>
          </a:p>
          <a:p>
            <a:r>
              <a:rPr lang="en-US"/>
              <a:t>And third, recruiters prefer quality over </a:t>
            </a:r>
            <a:r>
              <a:rPr lang="fr-FR" err="1"/>
              <a:t>quantity</a:t>
            </a:r>
            <a:r>
              <a:rPr lang="en-US"/>
              <a:t>.</a:t>
            </a:r>
          </a:p>
        </p:txBody>
      </p:sp>
      <p:sp>
        <p:nvSpPr>
          <p:cNvPr id="4" name="Slide Number Placeholder 3"/>
          <p:cNvSpPr>
            <a:spLocks noGrp="1"/>
          </p:cNvSpPr>
          <p:nvPr>
            <p:ph type="sldNum" sz="quarter" idx="5"/>
          </p:nvPr>
        </p:nvSpPr>
        <p:spPr/>
        <p:txBody>
          <a:bodyPr/>
          <a:lstStyle/>
          <a:p>
            <a:fld id="{6B3037EA-2C49-46AA-89A3-A540A9BFB73A}" type="slidenum">
              <a:rPr lang="fr-FR" smtClean="0"/>
              <a:t>16</a:t>
            </a:fld>
            <a:endParaRPr lang="fr-FR"/>
          </a:p>
        </p:txBody>
      </p:sp>
    </p:spTree>
    <p:extLst>
      <p:ext uri="{BB962C8B-B14F-4D97-AF65-F5344CB8AC3E}">
        <p14:creationId xmlns:p14="http://schemas.microsoft.com/office/powerpoint/2010/main" val="3310537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err="1"/>
              <a:t>Regarding</a:t>
            </a:r>
            <a:r>
              <a:rPr lang="fr-FR"/>
              <a:t> user impact, the </a:t>
            </a:r>
            <a:r>
              <a:rPr lang="fr-FR" err="1"/>
              <a:t>matching</a:t>
            </a:r>
            <a:r>
              <a:rPr lang="fr-FR"/>
              <a:t> </a:t>
            </a:r>
            <a:r>
              <a:rPr lang="fr-FR" err="1"/>
              <a:t>between</a:t>
            </a:r>
            <a:r>
              <a:rPr lang="fr-FR"/>
              <a:t> </a:t>
            </a:r>
            <a:r>
              <a:rPr lang="fr-FR" err="1"/>
              <a:t>offers</a:t>
            </a:r>
            <a:r>
              <a:rPr lang="fr-FR"/>
              <a:t> and </a:t>
            </a:r>
            <a:r>
              <a:rPr lang="fr-FR" err="1"/>
              <a:t>applicants</a:t>
            </a:r>
            <a:r>
              <a:rPr lang="fr-FR"/>
              <a:t> </a:t>
            </a:r>
            <a:r>
              <a:rPr lang="fr-FR" err="1"/>
              <a:t>streamlines</a:t>
            </a:r>
            <a:r>
              <a:rPr lang="fr-FR"/>
              <a:t> the </a:t>
            </a:r>
            <a:r>
              <a:rPr lang="fr-FR" err="1"/>
              <a:t>recruitement</a:t>
            </a:r>
            <a:r>
              <a:rPr lang="fr-FR"/>
              <a:t> process </a:t>
            </a:r>
            <a:r>
              <a:rPr lang="fr-FR" err="1"/>
              <a:t>improving</a:t>
            </a:r>
            <a:r>
              <a:rPr lang="fr-FR"/>
              <a:t> </a:t>
            </a:r>
            <a:r>
              <a:rPr lang="fr-FR" err="1"/>
              <a:t>both</a:t>
            </a:r>
            <a:r>
              <a:rPr lang="fr-FR"/>
              <a:t> </a:t>
            </a:r>
            <a:r>
              <a:rPr lang="fr-FR" err="1"/>
              <a:t>efficiency</a:t>
            </a:r>
            <a:r>
              <a:rPr lang="fr-FR"/>
              <a:t> and speed. As a </a:t>
            </a:r>
            <a:r>
              <a:rPr lang="fr-FR" err="1"/>
              <a:t>result</a:t>
            </a:r>
            <a:r>
              <a:rPr lang="fr-FR"/>
              <a:t>, </a:t>
            </a:r>
            <a:r>
              <a:rPr lang="fr-FR" err="1"/>
              <a:t>applicants</a:t>
            </a:r>
            <a:r>
              <a:rPr lang="fr-FR"/>
              <a:t> can </a:t>
            </a:r>
            <a:r>
              <a:rPr lang="fr-FR" err="1"/>
              <a:t>apply</a:t>
            </a:r>
            <a:r>
              <a:rPr lang="fr-FR"/>
              <a:t> more </a:t>
            </a:r>
            <a:r>
              <a:rPr lang="fr-FR" err="1"/>
              <a:t>easily</a:t>
            </a:r>
            <a:r>
              <a:rPr lang="fr-FR"/>
              <a:t>, </a:t>
            </a:r>
            <a:r>
              <a:rPr lang="fr-FR" err="1"/>
              <a:t>while</a:t>
            </a:r>
            <a:r>
              <a:rPr lang="fr-FR"/>
              <a:t> the </a:t>
            </a:r>
            <a:r>
              <a:rPr lang="fr-FR" err="1"/>
              <a:t>recruiters</a:t>
            </a:r>
            <a:r>
              <a:rPr lang="fr-FR"/>
              <a:t> </a:t>
            </a:r>
            <a:r>
              <a:rPr lang="fr-FR" err="1"/>
              <a:t>identify</a:t>
            </a:r>
            <a:r>
              <a:rPr lang="fr-FR"/>
              <a:t> </a:t>
            </a:r>
            <a:r>
              <a:rPr lang="fr-FR" err="1"/>
              <a:t>better</a:t>
            </a:r>
            <a:r>
              <a:rPr lang="fr-FR"/>
              <a:t> profiles.</a:t>
            </a:r>
          </a:p>
        </p:txBody>
      </p:sp>
      <p:sp>
        <p:nvSpPr>
          <p:cNvPr id="4" name="Slide Number Placeholder 3"/>
          <p:cNvSpPr>
            <a:spLocks noGrp="1"/>
          </p:cNvSpPr>
          <p:nvPr>
            <p:ph type="sldNum" sz="quarter" idx="5"/>
          </p:nvPr>
        </p:nvSpPr>
        <p:spPr/>
        <p:txBody>
          <a:bodyPr/>
          <a:lstStyle/>
          <a:p>
            <a:fld id="{6B3037EA-2C49-46AA-89A3-A540A9BFB73A}" type="slidenum">
              <a:rPr lang="fr-FR" smtClean="0"/>
              <a:t>17</a:t>
            </a:fld>
            <a:endParaRPr lang="fr-FR"/>
          </a:p>
        </p:txBody>
      </p:sp>
    </p:spTree>
    <p:extLst>
      <p:ext uri="{BB962C8B-B14F-4D97-AF65-F5344CB8AC3E}">
        <p14:creationId xmlns:p14="http://schemas.microsoft.com/office/powerpoint/2010/main" val="203027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latin typeface="Calibri"/>
                <a:ea typeface="Calibri"/>
                <a:cs typeface="Calibri"/>
              </a:rPr>
              <a:t>Our goal is to meet user needs through a modern concept ensuring a high adoption rate. Applicant retention will allow us to continuously enrich the </a:t>
            </a:r>
            <a:r>
              <a:rPr lang="en-US" dirty="0" err="1">
                <a:latin typeface="Calibri"/>
                <a:ea typeface="Calibri"/>
                <a:cs typeface="Calibri"/>
              </a:rPr>
              <a:t>CVtech</a:t>
            </a:r>
            <a:r>
              <a:rPr lang="en-US" dirty="0">
                <a:latin typeface="Calibri"/>
                <a:ea typeface="Calibri"/>
                <a:cs typeface="Calibri"/>
              </a:rPr>
              <a:t> which is key to keep the employer satisfaction.</a:t>
            </a:r>
          </a:p>
        </p:txBody>
      </p:sp>
      <p:sp>
        <p:nvSpPr>
          <p:cNvPr id="4" name="Espace réservé du numéro de diapositive 3"/>
          <p:cNvSpPr>
            <a:spLocks noGrp="1"/>
          </p:cNvSpPr>
          <p:nvPr>
            <p:ph type="sldNum" sz="quarter" idx="5"/>
          </p:nvPr>
        </p:nvSpPr>
        <p:spPr/>
        <p:txBody>
          <a:bodyPr/>
          <a:lstStyle/>
          <a:p>
            <a:fld id="{6B3037EA-2C49-46AA-89A3-A540A9BFB73A}" type="slidenum">
              <a:rPr lang="fr-FR" smtClean="0"/>
              <a:t>18</a:t>
            </a:fld>
            <a:endParaRPr lang="fr-FR"/>
          </a:p>
        </p:txBody>
      </p:sp>
    </p:spTree>
    <p:extLst>
      <p:ext uri="{BB962C8B-B14F-4D97-AF65-F5344CB8AC3E}">
        <p14:creationId xmlns:p14="http://schemas.microsoft.com/office/powerpoint/2010/main" val="3631661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latin typeface="Calibri"/>
                <a:ea typeface="Calibri"/>
                <a:cs typeface="Calibri"/>
              </a:rPr>
              <a:t>Future developments could include a matching between applicants and courses, an AI to predict the career path, a technical support service or optimizing the matching algorithm between applicants and offers.</a:t>
            </a:r>
          </a:p>
        </p:txBody>
      </p:sp>
      <p:sp>
        <p:nvSpPr>
          <p:cNvPr id="4" name="Espace réservé du numéro de diapositive 3"/>
          <p:cNvSpPr>
            <a:spLocks noGrp="1"/>
          </p:cNvSpPr>
          <p:nvPr>
            <p:ph type="sldNum" sz="quarter" idx="5"/>
          </p:nvPr>
        </p:nvSpPr>
        <p:spPr/>
        <p:txBody>
          <a:bodyPr/>
          <a:lstStyle/>
          <a:p>
            <a:fld id="{6B3037EA-2C49-46AA-89A3-A540A9BFB73A}" type="slidenum">
              <a:rPr lang="fr-FR" smtClean="0"/>
              <a:t>19</a:t>
            </a:fld>
            <a:endParaRPr lang="fr-FR"/>
          </a:p>
        </p:txBody>
      </p:sp>
    </p:spTree>
    <p:extLst>
      <p:ext uri="{BB962C8B-B14F-4D97-AF65-F5344CB8AC3E}">
        <p14:creationId xmlns:p14="http://schemas.microsoft.com/office/powerpoint/2010/main" val="2740483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1D6A7-6056-8532-EC84-D28B9CB374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EAE4660D-3431-39B6-DFAB-18EA59BC7A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325EA287-F9F9-BE65-B8E6-BFFE4BDFBB00}"/>
              </a:ext>
            </a:extLst>
          </p:cNvPr>
          <p:cNvSpPr>
            <a:spLocks noGrp="1"/>
          </p:cNvSpPr>
          <p:nvPr>
            <p:ph type="dt" sz="half" idx="10"/>
          </p:nvPr>
        </p:nvSpPr>
        <p:spPr/>
        <p:txBody>
          <a:bodyPr/>
          <a:lstStyle/>
          <a:p>
            <a:fld id="{E7EF6E08-C86B-434D-B81F-6276CD047D97}" type="datetime1">
              <a:rPr lang="fr-FR" smtClean="0"/>
              <a:t>11/03/2026</a:t>
            </a:fld>
            <a:endParaRPr lang="fr-FR"/>
          </a:p>
        </p:txBody>
      </p:sp>
      <p:sp>
        <p:nvSpPr>
          <p:cNvPr id="5" name="Footer Placeholder 4">
            <a:extLst>
              <a:ext uri="{FF2B5EF4-FFF2-40B4-BE49-F238E27FC236}">
                <a16:creationId xmlns:a16="http://schemas.microsoft.com/office/drawing/2014/main" id="{F3114A06-669B-6157-68BF-6F5D58761DF5}"/>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310E243-A0D5-7414-91E3-E4D78A589371}"/>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1794994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13240-078F-0A40-E6BB-FD03E40AFD0D}"/>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FBEFC679-65D7-9BC7-9982-F94D38B5F7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08245C74-C29D-41F1-7BC0-338EBBB954FD}"/>
              </a:ext>
            </a:extLst>
          </p:cNvPr>
          <p:cNvSpPr>
            <a:spLocks noGrp="1"/>
          </p:cNvSpPr>
          <p:nvPr>
            <p:ph type="dt" sz="half" idx="10"/>
          </p:nvPr>
        </p:nvSpPr>
        <p:spPr/>
        <p:txBody>
          <a:bodyPr/>
          <a:lstStyle/>
          <a:p>
            <a:fld id="{3466A2CA-F459-4E79-9E93-3DCE16A95E19}" type="datetime1">
              <a:rPr lang="fr-FR" smtClean="0"/>
              <a:t>11/03/2026</a:t>
            </a:fld>
            <a:endParaRPr lang="fr-FR"/>
          </a:p>
        </p:txBody>
      </p:sp>
      <p:sp>
        <p:nvSpPr>
          <p:cNvPr id="5" name="Footer Placeholder 4">
            <a:extLst>
              <a:ext uri="{FF2B5EF4-FFF2-40B4-BE49-F238E27FC236}">
                <a16:creationId xmlns:a16="http://schemas.microsoft.com/office/drawing/2014/main" id="{A42F7074-E28A-5ABB-B2D5-DA8E5262E58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27973F1-3894-9B74-38A6-64EB719377C5}"/>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1016238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F02B2-F513-24C2-3CF5-0E457379A8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D3231378-19D5-8B67-FEB9-DA1B12CC6C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6AA2B2-C33D-A7AD-CBCB-43EB9410DD02}"/>
              </a:ext>
            </a:extLst>
          </p:cNvPr>
          <p:cNvSpPr>
            <a:spLocks noGrp="1"/>
          </p:cNvSpPr>
          <p:nvPr>
            <p:ph type="dt" sz="half" idx="10"/>
          </p:nvPr>
        </p:nvSpPr>
        <p:spPr/>
        <p:txBody>
          <a:bodyPr/>
          <a:lstStyle/>
          <a:p>
            <a:fld id="{D65B7439-17E9-446A-9DD2-1916E29F0E6D}" type="datetime1">
              <a:rPr lang="fr-FR" smtClean="0"/>
              <a:t>11/03/2026</a:t>
            </a:fld>
            <a:endParaRPr lang="fr-FR"/>
          </a:p>
        </p:txBody>
      </p:sp>
      <p:sp>
        <p:nvSpPr>
          <p:cNvPr id="5" name="Footer Placeholder 4">
            <a:extLst>
              <a:ext uri="{FF2B5EF4-FFF2-40B4-BE49-F238E27FC236}">
                <a16:creationId xmlns:a16="http://schemas.microsoft.com/office/drawing/2014/main" id="{F40E563E-08E8-7A6B-8953-CCFC3D158C5D}"/>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13B901E-65FB-DFD2-4772-8BC2F0725A14}"/>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1904785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59441-0B42-C70C-C3BD-B11F53513697}"/>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E6A397D2-0C20-144A-C43E-8A6DFC3687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88295F86-C171-0BA4-7DC7-11E3ADA329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A0E47FEB-9777-DE45-0F56-496CBE811284}"/>
              </a:ext>
            </a:extLst>
          </p:cNvPr>
          <p:cNvSpPr>
            <a:spLocks noGrp="1"/>
          </p:cNvSpPr>
          <p:nvPr>
            <p:ph type="dt" sz="half" idx="10"/>
          </p:nvPr>
        </p:nvSpPr>
        <p:spPr/>
        <p:txBody>
          <a:bodyPr/>
          <a:lstStyle/>
          <a:p>
            <a:fld id="{53AD2150-E677-49AB-94D5-46F3E74E0759}" type="datetime1">
              <a:rPr lang="fr-FR" smtClean="0"/>
              <a:t>11/03/2026</a:t>
            </a:fld>
            <a:endParaRPr lang="fr-FR"/>
          </a:p>
        </p:txBody>
      </p:sp>
      <p:sp>
        <p:nvSpPr>
          <p:cNvPr id="6" name="Footer Placeholder 5">
            <a:extLst>
              <a:ext uri="{FF2B5EF4-FFF2-40B4-BE49-F238E27FC236}">
                <a16:creationId xmlns:a16="http://schemas.microsoft.com/office/drawing/2014/main" id="{70C2FC37-DB6A-576E-42CE-C0BA79FDD7EC}"/>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A5811F18-D962-7BAB-946D-318552797CD9}"/>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1267854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95D4-2562-2F3C-B44B-CA19A7796818}"/>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0FD35AC1-A464-03DD-4A80-53250079F2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BD2A09-0387-44DD-BD01-4E9BB27A11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4EC6B7A3-0874-8CD6-4D92-AFFDB4E61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226A75-AC72-6AE5-2BBE-9A1422351D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CB06B132-F2ED-10DF-01B1-475E9C26F418}"/>
              </a:ext>
            </a:extLst>
          </p:cNvPr>
          <p:cNvSpPr>
            <a:spLocks noGrp="1"/>
          </p:cNvSpPr>
          <p:nvPr>
            <p:ph type="dt" sz="half" idx="10"/>
          </p:nvPr>
        </p:nvSpPr>
        <p:spPr/>
        <p:txBody>
          <a:bodyPr/>
          <a:lstStyle/>
          <a:p>
            <a:fld id="{1E208FF7-7BDA-49F6-B228-73455670E602}" type="datetime1">
              <a:rPr lang="fr-FR" smtClean="0"/>
              <a:t>11/03/2026</a:t>
            </a:fld>
            <a:endParaRPr lang="fr-FR"/>
          </a:p>
        </p:txBody>
      </p:sp>
      <p:sp>
        <p:nvSpPr>
          <p:cNvPr id="8" name="Footer Placeholder 7">
            <a:extLst>
              <a:ext uri="{FF2B5EF4-FFF2-40B4-BE49-F238E27FC236}">
                <a16:creationId xmlns:a16="http://schemas.microsoft.com/office/drawing/2014/main" id="{3D472371-9C29-FEBA-D817-29239D78817D}"/>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A3A701BF-C4D1-43A1-5150-213BAADB2FC7}"/>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2842810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9BE4-9943-2B3B-C731-BE84BF8BFE04}"/>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F447E997-CDB8-E360-3542-AAD21AF2C57F}"/>
              </a:ext>
            </a:extLst>
          </p:cNvPr>
          <p:cNvSpPr>
            <a:spLocks noGrp="1"/>
          </p:cNvSpPr>
          <p:nvPr>
            <p:ph type="dt" sz="half" idx="10"/>
          </p:nvPr>
        </p:nvSpPr>
        <p:spPr/>
        <p:txBody>
          <a:bodyPr/>
          <a:lstStyle/>
          <a:p>
            <a:fld id="{31295AF5-3DA8-4DBA-9275-F721B48535B7}" type="datetime1">
              <a:rPr lang="fr-FR" smtClean="0"/>
              <a:t>11/03/2026</a:t>
            </a:fld>
            <a:endParaRPr lang="fr-FR"/>
          </a:p>
        </p:txBody>
      </p:sp>
      <p:sp>
        <p:nvSpPr>
          <p:cNvPr id="4" name="Footer Placeholder 3">
            <a:extLst>
              <a:ext uri="{FF2B5EF4-FFF2-40B4-BE49-F238E27FC236}">
                <a16:creationId xmlns:a16="http://schemas.microsoft.com/office/drawing/2014/main" id="{72FCB243-6E0C-DB27-3F07-E49B0450B02E}"/>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909950BC-26E9-3232-67C8-131CDE701CB3}"/>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1897884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10E31E-A54A-98AD-4868-9CE0563D1AB5}"/>
              </a:ext>
            </a:extLst>
          </p:cNvPr>
          <p:cNvSpPr>
            <a:spLocks noGrp="1"/>
          </p:cNvSpPr>
          <p:nvPr>
            <p:ph type="dt" sz="half" idx="10"/>
          </p:nvPr>
        </p:nvSpPr>
        <p:spPr/>
        <p:txBody>
          <a:bodyPr/>
          <a:lstStyle/>
          <a:p>
            <a:fld id="{56BE70B1-DAEF-4FC7-89D3-4B907C7994FD}" type="datetime1">
              <a:rPr lang="fr-FR" smtClean="0"/>
              <a:t>11/03/2026</a:t>
            </a:fld>
            <a:endParaRPr lang="fr-FR"/>
          </a:p>
        </p:txBody>
      </p:sp>
      <p:sp>
        <p:nvSpPr>
          <p:cNvPr id="3" name="Footer Placeholder 2">
            <a:extLst>
              <a:ext uri="{FF2B5EF4-FFF2-40B4-BE49-F238E27FC236}">
                <a16:creationId xmlns:a16="http://schemas.microsoft.com/office/drawing/2014/main" id="{BDA8CFA0-75AA-E2AB-5B90-37800216F5B0}"/>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59A4649F-E1A9-7551-FF6D-DD4EFCDD89FC}"/>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3353663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A1493-7866-B5D1-547E-37AD7BDF63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3D14BBA2-7413-A2CA-E216-80B17FA74B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2536DD31-8FC5-8FA4-2B6B-339BA7C7C5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3485FB-AE2A-100E-CBDF-C73AC15A1245}"/>
              </a:ext>
            </a:extLst>
          </p:cNvPr>
          <p:cNvSpPr>
            <a:spLocks noGrp="1"/>
          </p:cNvSpPr>
          <p:nvPr>
            <p:ph type="dt" sz="half" idx="10"/>
          </p:nvPr>
        </p:nvSpPr>
        <p:spPr/>
        <p:txBody>
          <a:bodyPr/>
          <a:lstStyle/>
          <a:p>
            <a:fld id="{A1AB6880-B82B-456E-9E76-F7ADD197EDF0}" type="datetime1">
              <a:rPr lang="fr-FR" smtClean="0"/>
              <a:t>11/03/2026</a:t>
            </a:fld>
            <a:endParaRPr lang="fr-FR"/>
          </a:p>
        </p:txBody>
      </p:sp>
      <p:sp>
        <p:nvSpPr>
          <p:cNvPr id="6" name="Footer Placeholder 5">
            <a:extLst>
              <a:ext uri="{FF2B5EF4-FFF2-40B4-BE49-F238E27FC236}">
                <a16:creationId xmlns:a16="http://schemas.microsoft.com/office/drawing/2014/main" id="{6AF318CD-2944-AC0E-F2D6-29AF412B2DE4}"/>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7F12C4E9-3FB1-BCAE-C2C5-757A6B9C3E43}"/>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1085005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E46E0-82B5-935F-C70A-3779C6B604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D06AEA53-D8D8-C6C4-D5A3-B9153FCCA2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26F9A83A-3380-ABC7-88DB-81440FD073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851833-10BE-1955-D51B-DD083B27C73B}"/>
              </a:ext>
            </a:extLst>
          </p:cNvPr>
          <p:cNvSpPr>
            <a:spLocks noGrp="1"/>
          </p:cNvSpPr>
          <p:nvPr>
            <p:ph type="dt" sz="half" idx="10"/>
          </p:nvPr>
        </p:nvSpPr>
        <p:spPr/>
        <p:txBody>
          <a:bodyPr/>
          <a:lstStyle/>
          <a:p>
            <a:fld id="{409B5303-0C2F-4604-AE2B-FE7D87CAE9AF}" type="datetime1">
              <a:rPr lang="fr-FR" smtClean="0"/>
              <a:t>11/03/2026</a:t>
            </a:fld>
            <a:endParaRPr lang="fr-FR"/>
          </a:p>
        </p:txBody>
      </p:sp>
      <p:sp>
        <p:nvSpPr>
          <p:cNvPr id="6" name="Footer Placeholder 5">
            <a:extLst>
              <a:ext uri="{FF2B5EF4-FFF2-40B4-BE49-F238E27FC236}">
                <a16:creationId xmlns:a16="http://schemas.microsoft.com/office/drawing/2014/main" id="{8C9F6D91-CA33-EF9C-77D8-115F84E395B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730262AC-7722-5B56-B53F-870A8D3750D8}"/>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1262267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5B4AF-2EF7-ADF5-38BE-7BD649FF33C0}"/>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FF7EFD9E-E8DF-370A-AF77-C7361C80D9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632F22C8-53C1-48D2-4A38-5387266DD9A7}"/>
              </a:ext>
            </a:extLst>
          </p:cNvPr>
          <p:cNvSpPr>
            <a:spLocks noGrp="1"/>
          </p:cNvSpPr>
          <p:nvPr>
            <p:ph type="dt" sz="half" idx="10"/>
          </p:nvPr>
        </p:nvSpPr>
        <p:spPr/>
        <p:txBody>
          <a:bodyPr/>
          <a:lstStyle/>
          <a:p>
            <a:fld id="{B51A8B96-36EC-4C08-905B-9FA93D380F55}" type="datetime1">
              <a:rPr lang="fr-FR" smtClean="0"/>
              <a:t>11/03/2026</a:t>
            </a:fld>
            <a:endParaRPr lang="fr-FR"/>
          </a:p>
        </p:txBody>
      </p:sp>
      <p:sp>
        <p:nvSpPr>
          <p:cNvPr id="5" name="Footer Placeholder 4">
            <a:extLst>
              <a:ext uri="{FF2B5EF4-FFF2-40B4-BE49-F238E27FC236}">
                <a16:creationId xmlns:a16="http://schemas.microsoft.com/office/drawing/2014/main" id="{A97E825A-37F2-7559-D738-7F5846DD52B4}"/>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AF89FCC0-3FEF-4EC5-3927-944DD31A6B06}"/>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3511756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FEC6EF-D6EF-146D-B2DD-03F605E0A2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B34B8403-9A17-FFC7-A926-D702CABBCD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EBB4447-2F70-1077-66DC-FF74479940BC}"/>
              </a:ext>
            </a:extLst>
          </p:cNvPr>
          <p:cNvSpPr>
            <a:spLocks noGrp="1"/>
          </p:cNvSpPr>
          <p:nvPr>
            <p:ph type="dt" sz="half" idx="10"/>
          </p:nvPr>
        </p:nvSpPr>
        <p:spPr/>
        <p:txBody>
          <a:bodyPr/>
          <a:lstStyle/>
          <a:p>
            <a:fld id="{76F31C37-C97B-4DE3-BC33-D5661346C6F8}" type="datetime1">
              <a:rPr lang="fr-FR" smtClean="0"/>
              <a:t>11/03/2026</a:t>
            </a:fld>
            <a:endParaRPr lang="fr-FR"/>
          </a:p>
        </p:txBody>
      </p:sp>
      <p:sp>
        <p:nvSpPr>
          <p:cNvPr id="5" name="Footer Placeholder 4">
            <a:extLst>
              <a:ext uri="{FF2B5EF4-FFF2-40B4-BE49-F238E27FC236}">
                <a16:creationId xmlns:a16="http://schemas.microsoft.com/office/drawing/2014/main" id="{40F4ED8D-12AB-359B-560F-BEAF6C76AE7D}"/>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ADA9C10-435E-2FA1-F573-CF1C04B24084}"/>
              </a:ext>
            </a:extLst>
          </p:cNvPr>
          <p:cNvSpPr>
            <a:spLocks noGrp="1"/>
          </p:cNvSpPr>
          <p:nvPr>
            <p:ph type="sldNum" sz="quarter" idx="12"/>
          </p:nvPr>
        </p:nvSpPr>
        <p:spPr/>
        <p:txBody>
          <a:bodyPr/>
          <a:lstStyle/>
          <a:p>
            <a:fld id="{70E31D9B-E209-4D28-8896-A1468C1F448E}" type="slidenum">
              <a:rPr lang="fr-FR" smtClean="0"/>
              <a:t>‹N°›</a:t>
            </a:fld>
            <a:endParaRPr lang="fr-FR"/>
          </a:p>
        </p:txBody>
      </p:sp>
    </p:spTree>
    <p:extLst>
      <p:ext uri="{BB962C8B-B14F-4D97-AF65-F5344CB8AC3E}">
        <p14:creationId xmlns:p14="http://schemas.microsoft.com/office/powerpoint/2010/main" val="1307125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0A2678-0A47-70B3-473B-CB77A2EAE8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2828F8FF-FAD9-AE1B-FADC-B58AE44018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23E2F1A-DA36-F029-5FB1-1CD1CCF151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67A411-F4AF-49C4-83D3-439E328FF7EA}" type="datetime1">
              <a:rPr lang="fr-FR" smtClean="0"/>
              <a:t>11/03/2026</a:t>
            </a:fld>
            <a:endParaRPr lang="fr-FR"/>
          </a:p>
        </p:txBody>
      </p:sp>
      <p:sp>
        <p:nvSpPr>
          <p:cNvPr id="5" name="Footer Placeholder 4">
            <a:extLst>
              <a:ext uri="{FF2B5EF4-FFF2-40B4-BE49-F238E27FC236}">
                <a16:creationId xmlns:a16="http://schemas.microsoft.com/office/drawing/2014/main" id="{D0482B55-F5AA-7E80-1506-94B532FCB2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7A6605DE-5EB3-8DCF-5E3B-51ADB0BEB7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E31D9B-E209-4D28-8896-A1468C1F448E}" type="slidenum">
              <a:rPr lang="fr-FR" smtClean="0"/>
              <a:t>‹N°›</a:t>
            </a:fld>
            <a:endParaRPr lang="fr-FR"/>
          </a:p>
        </p:txBody>
      </p:sp>
    </p:spTree>
    <p:extLst>
      <p:ext uri="{BB962C8B-B14F-4D97-AF65-F5344CB8AC3E}">
        <p14:creationId xmlns:p14="http://schemas.microsoft.com/office/powerpoint/2010/main" val="314256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139F36-E713-703C-3EEF-F6F1BC3314AF}"/>
              </a:ext>
            </a:extLst>
          </p:cNvPr>
          <p:cNvSpPr/>
          <p:nvPr/>
        </p:nvSpPr>
        <p:spPr>
          <a:xfrm>
            <a:off x="691661" y="62483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3A07F220-7076-75F9-3F73-3F8A3AD02F66}"/>
              </a:ext>
            </a:extLst>
          </p:cNvPr>
          <p:cNvSpPr/>
          <p:nvPr/>
        </p:nvSpPr>
        <p:spPr>
          <a:xfrm>
            <a:off x="691661" y="624839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4FD3DB53-54D7-7897-215D-CD43C8001B0F}"/>
              </a:ext>
            </a:extLst>
          </p:cNvPr>
          <p:cNvSpPr>
            <a:spLocks noGrp="1"/>
          </p:cNvSpPr>
          <p:nvPr>
            <p:ph type="sldNum" sz="quarter" idx="12"/>
          </p:nvPr>
        </p:nvSpPr>
        <p:spPr/>
        <p:txBody>
          <a:bodyPr/>
          <a:lstStyle/>
          <a:p>
            <a:fld id="{70E31D9B-E209-4D28-8896-A1468C1F448E}" type="slidenum">
              <a:rPr lang="fr-FR" smtClean="0"/>
              <a:t>1</a:t>
            </a:fld>
            <a:endParaRPr lang="fr-FR"/>
          </a:p>
        </p:txBody>
      </p:sp>
      <p:pic>
        <p:nvPicPr>
          <p:cNvPr id="8" name="Picture 7">
            <a:extLst>
              <a:ext uri="{FF2B5EF4-FFF2-40B4-BE49-F238E27FC236}">
                <a16:creationId xmlns:a16="http://schemas.microsoft.com/office/drawing/2014/main" id="{8C99EA59-BF4D-2CA2-F769-67935FF0F8EC}"/>
              </a:ext>
            </a:extLst>
          </p:cNvPr>
          <p:cNvPicPr>
            <a:picLocks noChangeAspect="1"/>
          </p:cNvPicPr>
          <p:nvPr/>
        </p:nvPicPr>
        <p:blipFill>
          <a:blip r:embed="rId3"/>
          <a:stretch>
            <a:fillRect/>
          </a:stretch>
        </p:blipFill>
        <p:spPr>
          <a:xfrm>
            <a:off x="-50494" y="340060"/>
            <a:ext cx="12292987" cy="5828737"/>
          </a:xfrm>
          <a:prstGeom prst="rect">
            <a:avLst/>
          </a:prstGeom>
        </p:spPr>
      </p:pic>
      <p:pic>
        <p:nvPicPr>
          <p:cNvPr id="7" name="Picture 6">
            <a:extLst>
              <a:ext uri="{FF2B5EF4-FFF2-40B4-BE49-F238E27FC236}">
                <a16:creationId xmlns:a16="http://schemas.microsoft.com/office/drawing/2014/main" id="{420CE7AB-943D-BEE2-8E36-1DA1744B54D6}"/>
              </a:ext>
            </a:extLst>
          </p:cNvPr>
          <p:cNvPicPr>
            <a:picLocks noChangeAspect="1"/>
          </p:cNvPicPr>
          <p:nvPr/>
        </p:nvPicPr>
        <p:blipFill>
          <a:blip r:embed="rId4"/>
          <a:stretch>
            <a:fillRect/>
          </a:stretch>
        </p:blipFill>
        <p:spPr>
          <a:xfrm>
            <a:off x="3184877" y="3220557"/>
            <a:ext cx="5822246" cy="342074"/>
          </a:xfrm>
          <a:prstGeom prst="rect">
            <a:avLst/>
          </a:prstGeom>
        </p:spPr>
      </p:pic>
    </p:spTree>
    <p:extLst>
      <p:ext uri="{BB962C8B-B14F-4D97-AF65-F5344CB8AC3E}">
        <p14:creationId xmlns:p14="http://schemas.microsoft.com/office/powerpoint/2010/main" val="1876756054"/>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2661E-D5A4-5BC5-65AA-05A365153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208A3-AAE3-FA36-1AD6-2AB609707FC4}"/>
              </a:ext>
            </a:extLst>
          </p:cNvPr>
          <p:cNvSpPr>
            <a:spLocks noGrp="1"/>
          </p:cNvSpPr>
          <p:nvPr>
            <p:ph type="title"/>
          </p:nvPr>
        </p:nvSpPr>
        <p:spPr/>
        <p:txBody>
          <a:bodyPr/>
          <a:lstStyle/>
          <a:p>
            <a:r>
              <a:rPr lang="fr-FR"/>
              <a:t>The platform</a:t>
            </a:r>
          </a:p>
        </p:txBody>
      </p:sp>
      <p:sp>
        <p:nvSpPr>
          <p:cNvPr id="5" name="TextBox 4">
            <a:extLst>
              <a:ext uri="{FF2B5EF4-FFF2-40B4-BE49-F238E27FC236}">
                <a16:creationId xmlns:a16="http://schemas.microsoft.com/office/drawing/2014/main" id="{97225944-9FA5-D1C2-42F9-603E6A2F94C9}"/>
              </a:ext>
            </a:extLst>
          </p:cNvPr>
          <p:cNvSpPr txBox="1"/>
          <p:nvPr/>
        </p:nvSpPr>
        <p:spPr>
          <a:xfrm>
            <a:off x="5435238" y="6268229"/>
            <a:ext cx="116905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err="1">
                <a:solidFill>
                  <a:srgbClr val="FF0000"/>
                </a:solidFill>
              </a:rPr>
              <a:t>WeJob</a:t>
            </a:r>
            <a:endParaRPr lang="en-US" sz="2400" b="1">
              <a:solidFill>
                <a:srgbClr val="FF0000"/>
              </a:solidFill>
            </a:endParaRPr>
          </a:p>
        </p:txBody>
      </p:sp>
      <p:sp>
        <p:nvSpPr>
          <p:cNvPr id="6" name="Slide Number Placeholder 5">
            <a:extLst>
              <a:ext uri="{FF2B5EF4-FFF2-40B4-BE49-F238E27FC236}">
                <a16:creationId xmlns:a16="http://schemas.microsoft.com/office/drawing/2014/main" id="{35B29CD9-46AE-5F47-3BE6-B043AFC9F16D}"/>
              </a:ext>
            </a:extLst>
          </p:cNvPr>
          <p:cNvSpPr>
            <a:spLocks noGrp="1"/>
          </p:cNvSpPr>
          <p:nvPr>
            <p:ph type="sldNum" sz="quarter" idx="12"/>
          </p:nvPr>
        </p:nvSpPr>
        <p:spPr/>
        <p:txBody>
          <a:bodyPr/>
          <a:lstStyle/>
          <a:p>
            <a:fld id="{70E31D9B-E209-4D28-8896-A1468C1F448E}" type="slidenum">
              <a:rPr lang="fr-FR" smtClean="0"/>
              <a:t>2</a:t>
            </a:fld>
            <a:endParaRPr lang="fr-FR"/>
          </a:p>
        </p:txBody>
      </p:sp>
      <p:sp>
        <p:nvSpPr>
          <p:cNvPr id="7" name="Rectangle 6">
            <a:extLst>
              <a:ext uri="{FF2B5EF4-FFF2-40B4-BE49-F238E27FC236}">
                <a16:creationId xmlns:a16="http://schemas.microsoft.com/office/drawing/2014/main" id="{47E873B4-0417-5C75-6B4F-DFFAB20D0BA9}"/>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09F696B-7A02-92F2-41A3-A970E6D02F6D}"/>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1C70725B-B6C9-C711-BA5F-A5895F8AFE45}"/>
              </a:ext>
            </a:extLst>
          </p:cNvPr>
          <p:cNvPicPr>
            <a:picLocks noChangeAspect="1"/>
          </p:cNvPicPr>
          <p:nvPr/>
        </p:nvPicPr>
        <p:blipFill>
          <a:blip r:embed="rId3"/>
          <a:srcRect l="29974" t="24609" r="29559" b="24711"/>
          <a:stretch>
            <a:fillRect/>
          </a:stretch>
        </p:blipFill>
        <p:spPr>
          <a:xfrm>
            <a:off x="1993019" y="1230096"/>
            <a:ext cx="7995081" cy="5026352"/>
          </a:xfrm>
          <a:prstGeom prst="rect">
            <a:avLst/>
          </a:prstGeom>
        </p:spPr>
      </p:pic>
    </p:spTree>
    <p:extLst>
      <p:ext uri="{BB962C8B-B14F-4D97-AF65-F5344CB8AC3E}">
        <p14:creationId xmlns:p14="http://schemas.microsoft.com/office/powerpoint/2010/main" val="1169920918"/>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6323F-138E-C0D4-4565-986EA4493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FF72E-F3C1-AFA5-187B-B18CFBECC6A8}"/>
              </a:ext>
            </a:extLst>
          </p:cNvPr>
          <p:cNvSpPr>
            <a:spLocks noGrp="1"/>
          </p:cNvSpPr>
          <p:nvPr>
            <p:ph type="title"/>
          </p:nvPr>
        </p:nvSpPr>
        <p:spPr/>
        <p:txBody>
          <a:bodyPr/>
          <a:lstStyle/>
          <a:p>
            <a:r>
              <a:rPr lang="fr-FR" err="1"/>
              <a:t>Problems</a:t>
            </a:r>
          </a:p>
        </p:txBody>
      </p:sp>
      <p:grpSp>
        <p:nvGrpSpPr>
          <p:cNvPr id="3" name="Group 2">
            <a:extLst>
              <a:ext uri="{FF2B5EF4-FFF2-40B4-BE49-F238E27FC236}">
                <a16:creationId xmlns:a16="http://schemas.microsoft.com/office/drawing/2014/main" id="{193E0619-FDD4-947A-B7FB-6CD42A9BA71C}"/>
              </a:ext>
            </a:extLst>
          </p:cNvPr>
          <p:cNvGrpSpPr/>
          <p:nvPr/>
        </p:nvGrpSpPr>
        <p:grpSpPr>
          <a:xfrm>
            <a:off x="661358" y="2185360"/>
            <a:ext cx="11163445" cy="3212738"/>
            <a:chOff x="661358" y="2185360"/>
            <a:chExt cx="11163445" cy="3212738"/>
          </a:xfrm>
        </p:grpSpPr>
        <p:pic>
          <p:nvPicPr>
            <p:cNvPr id="16" name="Picture 15">
              <a:extLst>
                <a:ext uri="{FF2B5EF4-FFF2-40B4-BE49-F238E27FC236}">
                  <a16:creationId xmlns:a16="http://schemas.microsoft.com/office/drawing/2014/main" id="{29061FEE-75D9-B44F-8313-055295E31961}"/>
                </a:ext>
              </a:extLst>
            </p:cNvPr>
            <p:cNvPicPr>
              <a:picLocks noChangeAspect="1"/>
            </p:cNvPicPr>
            <p:nvPr/>
          </p:nvPicPr>
          <p:blipFill>
            <a:blip r:embed="rId3"/>
            <a:srcRect l="26800" t="38445" r="27273" b="39496"/>
            <a:stretch>
              <a:fillRect/>
            </a:stretch>
          </p:blipFill>
          <p:spPr>
            <a:xfrm>
              <a:off x="661358" y="2185360"/>
              <a:ext cx="11163445" cy="3209334"/>
            </a:xfrm>
            <a:prstGeom prst="rect">
              <a:avLst/>
            </a:prstGeom>
          </p:spPr>
        </p:pic>
        <p:sp>
          <p:nvSpPr>
            <p:cNvPr id="19" name="Rectangle 18">
              <a:extLst>
                <a:ext uri="{FF2B5EF4-FFF2-40B4-BE49-F238E27FC236}">
                  <a16:creationId xmlns:a16="http://schemas.microsoft.com/office/drawing/2014/main" id="{07341110-2332-5D09-03C6-F3983CE44508}"/>
                </a:ext>
              </a:extLst>
            </p:cNvPr>
            <p:cNvSpPr/>
            <p:nvPr/>
          </p:nvSpPr>
          <p:spPr>
            <a:xfrm>
              <a:off x="843771" y="4687318"/>
              <a:ext cx="2540000" cy="7107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rPr>
                <a:t>Latency</a:t>
              </a:r>
            </a:p>
          </p:txBody>
        </p:sp>
        <p:sp>
          <p:nvSpPr>
            <p:cNvPr id="20" name="Rectangle 19">
              <a:extLst>
                <a:ext uri="{FF2B5EF4-FFF2-40B4-BE49-F238E27FC236}">
                  <a16:creationId xmlns:a16="http://schemas.microsoft.com/office/drawing/2014/main" id="{261F5F1D-BB6A-3F7F-F669-AA8558E46EE6}"/>
                </a:ext>
              </a:extLst>
            </p:cNvPr>
            <p:cNvSpPr/>
            <p:nvPr/>
          </p:nvSpPr>
          <p:spPr>
            <a:xfrm>
              <a:off x="3374185" y="4687317"/>
              <a:ext cx="2540000" cy="7107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Poor matching</a:t>
              </a:r>
            </a:p>
          </p:txBody>
        </p:sp>
        <p:sp>
          <p:nvSpPr>
            <p:cNvPr id="21" name="Rectangle 20">
              <a:extLst>
                <a:ext uri="{FF2B5EF4-FFF2-40B4-BE49-F238E27FC236}">
                  <a16:creationId xmlns:a16="http://schemas.microsoft.com/office/drawing/2014/main" id="{5CBAEA64-3F5A-87AF-81E9-F24B08578D36}"/>
                </a:ext>
              </a:extLst>
            </p:cNvPr>
            <p:cNvSpPr/>
            <p:nvPr/>
          </p:nvSpPr>
          <p:spPr>
            <a:xfrm>
              <a:off x="6091506" y="4687316"/>
              <a:ext cx="2928188" cy="7107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Low conversions</a:t>
              </a:r>
              <a:endParaRPr lang="en-US">
                <a:solidFill>
                  <a:schemeClr val="tx1"/>
                </a:solidFill>
              </a:endParaRPr>
            </a:p>
          </p:txBody>
        </p:sp>
        <p:sp>
          <p:nvSpPr>
            <p:cNvPr id="22" name="Rectangle 21">
              <a:extLst>
                <a:ext uri="{FF2B5EF4-FFF2-40B4-BE49-F238E27FC236}">
                  <a16:creationId xmlns:a16="http://schemas.microsoft.com/office/drawing/2014/main" id="{812C95B9-5E55-6DEF-B803-43D0F78F65CA}"/>
                </a:ext>
              </a:extLst>
            </p:cNvPr>
            <p:cNvSpPr/>
            <p:nvPr/>
          </p:nvSpPr>
          <p:spPr>
            <a:xfrm>
              <a:off x="9010109" y="4687317"/>
              <a:ext cx="2540000" cy="7107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chemeClr val="tx1"/>
                  </a:solidFill>
                </a:rPr>
                <a:t>UX issues</a:t>
              </a:r>
              <a:endParaRPr lang="en-US">
                <a:solidFill>
                  <a:schemeClr val="tx1"/>
                </a:solidFill>
              </a:endParaRPr>
            </a:p>
          </p:txBody>
        </p:sp>
      </p:grpSp>
      <p:sp>
        <p:nvSpPr>
          <p:cNvPr id="10" name="Slide Number Placeholder 9">
            <a:extLst>
              <a:ext uri="{FF2B5EF4-FFF2-40B4-BE49-F238E27FC236}">
                <a16:creationId xmlns:a16="http://schemas.microsoft.com/office/drawing/2014/main" id="{AE5BEECC-7AC0-3116-540E-2C2267F3DA0D}"/>
              </a:ext>
            </a:extLst>
          </p:cNvPr>
          <p:cNvSpPr>
            <a:spLocks noGrp="1"/>
          </p:cNvSpPr>
          <p:nvPr>
            <p:ph type="sldNum" sz="quarter" idx="12"/>
          </p:nvPr>
        </p:nvSpPr>
        <p:spPr/>
        <p:txBody>
          <a:bodyPr/>
          <a:lstStyle/>
          <a:p>
            <a:fld id="{70E31D9B-E209-4D28-8896-A1468C1F448E}" type="slidenum">
              <a:rPr lang="fr-FR" smtClean="0"/>
              <a:t>3</a:t>
            </a:fld>
            <a:endParaRPr lang="fr-FR"/>
          </a:p>
        </p:txBody>
      </p:sp>
      <p:sp>
        <p:nvSpPr>
          <p:cNvPr id="5" name="Rectangle 4">
            <a:extLst>
              <a:ext uri="{FF2B5EF4-FFF2-40B4-BE49-F238E27FC236}">
                <a16:creationId xmlns:a16="http://schemas.microsoft.com/office/drawing/2014/main" id="{2AAF04D3-89B9-9855-73F5-E47851925EB2}"/>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BBA2722-64F4-6334-8C1E-DD1DFFB59034}"/>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34558031"/>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20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C91DD-7C85-F4E9-B037-855AAC440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5EBA5-B884-9018-BDBF-2259F3B8BEE8}"/>
              </a:ext>
            </a:extLst>
          </p:cNvPr>
          <p:cNvSpPr>
            <a:spLocks noGrp="1"/>
          </p:cNvSpPr>
          <p:nvPr>
            <p:ph type="title"/>
          </p:nvPr>
        </p:nvSpPr>
        <p:spPr/>
        <p:txBody>
          <a:bodyPr/>
          <a:lstStyle/>
          <a:p>
            <a:r>
              <a:rPr lang="fr-FR" err="1"/>
              <a:t>Why</a:t>
            </a:r>
            <a:r>
              <a:rPr lang="fr-FR"/>
              <a:t> </a:t>
            </a:r>
            <a:r>
              <a:rPr lang="fr-FR" err="1"/>
              <a:t>they</a:t>
            </a:r>
            <a:r>
              <a:rPr lang="fr-FR"/>
              <a:t> </a:t>
            </a:r>
            <a:r>
              <a:rPr lang="fr-FR" err="1"/>
              <a:t>mattered</a:t>
            </a:r>
            <a:r>
              <a:rPr lang="fr-FR"/>
              <a:t> </a:t>
            </a:r>
          </a:p>
        </p:txBody>
      </p:sp>
      <p:sp>
        <p:nvSpPr>
          <p:cNvPr id="3" name="Content Placeholder 2">
            <a:extLst>
              <a:ext uri="{FF2B5EF4-FFF2-40B4-BE49-F238E27FC236}">
                <a16:creationId xmlns:a16="http://schemas.microsoft.com/office/drawing/2014/main" id="{2CB00FA2-E892-50D1-25D7-358C31C0C229}"/>
              </a:ext>
            </a:extLst>
          </p:cNvPr>
          <p:cNvSpPr>
            <a:spLocks noGrp="1"/>
          </p:cNvSpPr>
          <p:nvPr>
            <p:ph idx="1"/>
          </p:nvPr>
        </p:nvSpPr>
        <p:spPr>
          <a:xfrm>
            <a:off x="838200" y="1825625"/>
            <a:ext cx="7309450" cy="483829"/>
          </a:xfrm>
        </p:spPr>
        <p:txBody>
          <a:bodyPr vert="horz" lIns="91440" tIns="45720" rIns="91440" bIns="45720" rtlCol="0" anchor="t">
            <a:normAutofit/>
          </a:bodyPr>
          <a:lstStyle/>
          <a:p>
            <a:pPr marL="0" indent="0">
              <a:buNone/>
            </a:pPr>
            <a:r>
              <a:rPr lang="en-US"/>
              <a:t>Important business impact !</a:t>
            </a:r>
          </a:p>
          <a:p>
            <a:endParaRPr lang="en-US"/>
          </a:p>
        </p:txBody>
      </p:sp>
      <p:pic>
        <p:nvPicPr>
          <p:cNvPr id="4" name="Picture 3">
            <a:extLst>
              <a:ext uri="{FF2B5EF4-FFF2-40B4-BE49-F238E27FC236}">
                <a16:creationId xmlns:a16="http://schemas.microsoft.com/office/drawing/2014/main" id="{AB13F4B1-3294-6F02-B1DA-4BEEEEF3536B}"/>
              </a:ext>
            </a:extLst>
          </p:cNvPr>
          <p:cNvPicPr>
            <a:picLocks noChangeAspect="1"/>
          </p:cNvPicPr>
          <p:nvPr/>
        </p:nvPicPr>
        <p:blipFill>
          <a:blip r:embed="rId2"/>
          <a:srcRect l="32349" t="39706" r="32585" b="39286"/>
          <a:stretch>
            <a:fillRect/>
          </a:stretch>
        </p:blipFill>
        <p:spPr>
          <a:xfrm>
            <a:off x="1768416" y="2501661"/>
            <a:ext cx="8933401" cy="2993518"/>
          </a:xfrm>
          <a:prstGeom prst="rect">
            <a:avLst/>
          </a:prstGeom>
        </p:spPr>
      </p:pic>
      <p:sp>
        <p:nvSpPr>
          <p:cNvPr id="6" name="Rectangle 5">
            <a:extLst>
              <a:ext uri="{FF2B5EF4-FFF2-40B4-BE49-F238E27FC236}">
                <a16:creationId xmlns:a16="http://schemas.microsoft.com/office/drawing/2014/main" id="{83FFAA30-1035-5B40-261A-918DD6DC14E5}"/>
              </a:ext>
            </a:extLst>
          </p:cNvPr>
          <p:cNvSpPr/>
          <p:nvPr/>
        </p:nvSpPr>
        <p:spPr>
          <a:xfrm>
            <a:off x="1490752" y="5478073"/>
            <a:ext cx="3028830" cy="7107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200" b="1">
                <a:solidFill>
                  <a:schemeClr val="tx1"/>
                </a:solidFill>
              </a:rPr>
              <a:t>User frustration</a:t>
            </a:r>
            <a:endParaRPr lang="en-US" sz="2200">
              <a:solidFill>
                <a:schemeClr val="tx1"/>
              </a:solidFill>
            </a:endParaRPr>
          </a:p>
        </p:txBody>
      </p:sp>
      <p:sp>
        <p:nvSpPr>
          <p:cNvPr id="7" name="Rectangle 6">
            <a:extLst>
              <a:ext uri="{FF2B5EF4-FFF2-40B4-BE49-F238E27FC236}">
                <a16:creationId xmlns:a16="http://schemas.microsoft.com/office/drawing/2014/main" id="{63807B27-DB12-C73C-CA5B-22FC2B3CB823}"/>
              </a:ext>
            </a:extLst>
          </p:cNvPr>
          <p:cNvSpPr/>
          <p:nvPr/>
        </p:nvSpPr>
        <p:spPr>
          <a:xfrm>
            <a:off x="4366223" y="5478073"/>
            <a:ext cx="3172603" cy="7107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200" b="1">
                <a:solidFill>
                  <a:schemeClr val="tx1"/>
                </a:solidFill>
              </a:rPr>
              <a:t>Lost opportunities</a:t>
            </a:r>
            <a:endParaRPr lang="en-US" sz="2200">
              <a:solidFill>
                <a:schemeClr val="tx1"/>
              </a:solidFill>
            </a:endParaRPr>
          </a:p>
        </p:txBody>
      </p:sp>
      <p:sp>
        <p:nvSpPr>
          <p:cNvPr id="8" name="Rectangle 7">
            <a:extLst>
              <a:ext uri="{FF2B5EF4-FFF2-40B4-BE49-F238E27FC236}">
                <a16:creationId xmlns:a16="http://schemas.microsoft.com/office/drawing/2014/main" id="{CE08A14F-D87C-D3CD-E480-2BF5B38A7ED7}"/>
              </a:ext>
            </a:extLst>
          </p:cNvPr>
          <p:cNvSpPr/>
          <p:nvPr/>
        </p:nvSpPr>
        <p:spPr>
          <a:xfrm>
            <a:off x="7543619" y="5521204"/>
            <a:ext cx="3373886" cy="6676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200" b="1">
                <a:solidFill>
                  <a:schemeClr val="tx1"/>
                </a:solidFill>
              </a:rPr>
              <a:t>Market competitiveness</a:t>
            </a:r>
          </a:p>
        </p:txBody>
      </p:sp>
      <p:sp>
        <p:nvSpPr>
          <p:cNvPr id="5" name="Slide Number Placeholder 4">
            <a:extLst>
              <a:ext uri="{FF2B5EF4-FFF2-40B4-BE49-F238E27FC236}">
                <a16:creationId xmlns:a16="http://schemas.microsoft.com/office/drawing/2014/main" id="{9642F52B-AA9D-4CEE-5002-2E4CED3D6068}"/>
              </a:ext>
            </a:extLst>
          </p:cNvPr>
          <p:cNvSpPr>
            <a:spLocks noGrp="1"/>
          </p:cNvSpPr>
          <p:nvPr>
            <p:ph type="sldNum" sz="quarter" idx="12"/>
          </p:nvPr>
        </p:nvSpPr>
        <p:spPr/>
        <p:txBody>
          <a:bodyPr/>
          <a:lstStyle/>
          <a:p>
            <a:fld id="{70E31D9B-E209-4D28-8896-A1468C1F448E}" type="slidenum">
              <a:rPr lang="fr-FR" smtClean="0"/>
              <a:t>4</a:t>
            </a:fld>
            <a:endParaRPr lang="fr-FR"/>
          </a:p>
        </p:txBody>
      </p:sp>
      <p:sp>
        <p:nvSpPr>
          <p:cNvPr id="10" name="Rectangle 9">
            <a:extLst>
              <a:ext uri="{FF2B5EF4-FFF2-40B4-BE49-F238E27FC236}">
                <a16:creationId xmlns:a16="http://schemas.microsoft.com/office/drawing/2014/main" id="{12BC9B97-3154-7F13-2ED1-83958ABA59EB}"/>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3D437CD1-6A9B-46B8-ABC2-26CE42B1B3FD}"/>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07116799"/>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20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804D-0F9F-821C-C5B9-837CCC82F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BD6DB-B236-D7CF-D329-CE881A33E736}"/>
              </a:ext>
            </a:extLst>
          </p:cNvPr>
          <p:cNvSpPr>
            <a:spLocks noGrp="1"/>
          </p:cNvSpPr>
          <p:nvPr>
            <p:ph type="title"/>
          </p:nvPr>
        </p:nvSpPr>
        <p:spPr/>
        <p:txBody>
          <a:bodyPr/>
          <a:lstStyle/>
          <a:p>
            <a:r>
              <a:rPr lang="fr-FR"/>
              <a:t>Project goal - Our job</a:t>
            </a:r>
          </a:p>
        </p:txBody>
      </p:sp>
      <p:sp>
        <p:nvSpPr>
          <p:cNvPr id="3" name="Content Placeholder 2">
            <a:extLst>
              <a:ext uri="{FF2B5EF4-FFF2-40B4-BE49-F238E27FC236}">
                <a16:creationId xmlns:a16="http://schemas.microsoft.com/office/drawing/2014/main" id="{045039C1-CDD0-3E80-0173-641DE6B5CF44}"/>
              </a:ext>
            </a:extLst>
          </p:cNvPr>
          <p:cNvSpPr>
            <a:spLocks noGrp="1"/>
          </p:cNvSpPr>
          <p:nvPr>
            <p:ph idx="1"/>
          </p:nvPr>
        </p:nvSpPr>
        <p:spPr>
          <a:xfrm>
            <a:off x="838200" y="3177097"/>
            <a:ext cx="5138469" cy="1087678"/>
          </a:xfrm>
        </p:spPr>
        <p:txBody>
          <a:bodyPr vert="horz" lIns="91440" tIns="45720" rIns="91440" bIns="45720" rtlCol="0" anchor="t">
            <a:normAutofit fontScale="92500"/>
          </a:bodyPr>
          <a:lstStyle/>
          <a:p>
            <a:pPr marL="0" indent="0">
              <a:buNone/>
            </a:pPr>
            <a:r>
              <a:rPr lang="en-US"/>
              <a:t>Clear objective : </a:t>
            </a:r>
          </a:p>
          <a:p>
            <a:pPr marL="0" indent="0">
              <a:buNone/>
            </a:pPr>
            <a:r>
              <a:rPr lang="en-US" b="1"/>
              <a:t>Improve job matching relevance</a:t>
            </a:r>
            <a:endParaRPr lang="fr-FR" b="1"/>
          </a:p>
        </p:txBody>
      </p:sp>
      <p:pic>
        <p:nvPicPr>
          <p:cNvPr id="4" name="Picture 3">
            <a:extLst>
              <a:ext uri="{FF2B5EF4-FFF2-40B4-BE49-F238E27FC236}">
                <a16:creationId xmlns:a16="http://schemas.microsoft.com/office/drawing/2014/main" id="{8DD3F8FC-7480-2215-8233-3C296415453F}"/>
              </a:ext>
            </a:extLst>
          </p:cNvPr>
          <p:cNvPicPr>
            <a:picLocks noChangeAspect="1"/>
          </p:cNvPicPr>
          <p:nvPr/>
        </p:nvPicPr>
        <p:blipFill>
          <a:blip r:embed="rId2"/>
          <a:srcRect l="45613" t="41171" r="45667" b="43353"/>
          <a:stretch>
            <a:fillRect/>
          </a:stretch>
        </p:blipFill>
        <p:spPr>
          <a:xfrm>
            <a:off x="6915509" y="1509623"/>
            <a:ext cx="4443939" cy="4417587"/>
          </a:xfrm>
          <a:prstGeom prst="rect">
            <a:avLst/>
          </a:prstGeom>
        </p:spPr>
      </p:pic>
      <p:sp>
        <p:nvSpPr>
          <p:cNvPr id="5" name="Slide Number Placeholder 4">
            <a:extLst>
              <a:ext uri="{FF2B5EF4-FFF2-40B4-BE49-F238E27FC236}">
                <a16:creationId xmlns:a16="http://schemas.microsoft.com/office/drawing/2014/main" id="{F908689E-AA86-0953-C46E-C059774F0CCC}"/>
              </a:ext>
            </a:extLst>
          </p:cNvPr>
          <p:cNvSpPr>
            <a:spLocks noGrp="1"/>
          </p:cNvSpPr>
          <p:nvPr>
            <p:ph type="sldNum" sz="quarter" idx="12"/>
          </p:nvPr>
        </p:nvSpPr>
        <p:spPr/>
        <p:txBody>
          <a:bodyPr/>
          <a:lstStyle/>
          <a:p>
            <a:fld id="{70E31D9B-E209-4D28-8896-A1468C1F448E}" type="slidenum">
              <a:rPr lang="fr-FR" smtClean="0"/>
              <a:t>5</a:t>
            </a:fld>
            <a:endParaRPr lang="fr-FR"/>
          </a:p>
        </p:txBody>
      </p:sp>
      <p:sp>
        <p:nvSpPr>
          <p:cNvPr id="7" name="Rectangle 6">
            <a:extLst>
              <a:ext uri="{FF2B5EF4-FFF2-40B4-BE49-F238E27FC236}">
                <a16:creationId xmlns:a16="http://schemas.microsoft.com/office/drawing/2014/main" id="{E8B9C5EA-5D9A-4BD2-4464-B2592609067D}"/>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ECBD128-4ACD-9A57-DE69-7577C1E29219}"/>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61281455"/>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B7D3-4434-8BA8-A110-ED0C1F8A3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D9F41-428A-E91B-C3B9-5F3539C1EB4E}"/>
              </a:ext>
            </a:extLst>
          </p:cNvPr>
          <p:cNvSpPr>
            <a:spLocks noGrp="1"/>
          </p:cNvSpPr>
          <p:nvPr>
            <p:ph type="title"/>
          </p:nvPr>
        </p:nvSpPr>
        <p:spPr/>
        <p:txBody>
          <a:bodyPr/>
          <a:lstStyle/>
          <a:p>
            <a:r>
              <a:rPr lang="fr-FR"/>
              <a:t>Collaboration</a:t>
            </a:r>
          </a:p>
        </p:txBody>
      </p:sp>
      <p:sp>
        <p:nvSpPr>
          <p:cNvPr id="6" name="Flowchart: Alternate Process 5">
            <a:extLst>
              <a:ext uri="{FF2B5EF4-FFF2-40B4-BE49-F238E27FC236}">
                <a16:creationId xmlns:a16="http://schemas.microsoft.com/office/drawing/2014/main" id="{DFD06BB3-A2E3-6071-B30D-33FAE93E5F40}"/>
              </a:ext>
            </a:extLst>
          </p:cNvPr>
          <p:cNvSpPr/>
          <p:nvPr/>
        </p:nvSpPr>
        <p:spPr>
          <a:xfrm>
            <a:off x="1577826" y="4505257"/>
            <a:ext cx="1759974" cy="875071"/>
          </a:xfrm>
          <a:prstGeom prst="flowChartAlternateProcess">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t>Arthur</a:t>
            </a:r>
          </a:p>
        </p:txBody>
      </p:sp>
      <p:sp>
        <p:nvSpPr>
          <p:cNvPr id="7" name="Flowchart: Alternate Process 6">
            <a:extLst>
              <a:ext uri="{FF2B5EF4-FFF2-40B4-BE49-F238E27FC236}">
                <a16:creationId xmlns:a16="http://schemas.microsoft.com/office/drawing/2014/main" id="{4E2AAE2C-CB1B-A04D-3DE7-3285BB92D7B0}"/>
              </a:ext>
            </a:extLst>
          </p:cNvPr>
          <p:cNvSpPr/>
          <p:nvPr/>
        </p:nvSpPr>
        <p:spPr>
          <a:xfrm>
            <a:off x="3535532" y="4505259"/>
            <a:ext cx="1759974" cy="875071"/>
          </a:xfrm>
          <a:prstGeom prst="flowChartAlternateProcess">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t>Chloé</a:t>
            </a:r>
          </a:p>
        </p:txBody>
      </p:sp>
      <p:sp>
        <p:nvSpPr>
          <p:cNvPr id="8" name="Flowchart: Alternate Process 7">
            <a:extLst>
              <a:ext uri="{FF2B5EF4-FFF2-40B4-BE49-F238E27FC236}">
                <a16:creationId xmlns:a16="http://schemas.microsoft.com/office/drawing/2014/main" id="{25F1CB86-13F3-6EE4-7A5C-C50F2B88691E}"/>
              </a:ext>
            </a:extLst>
          </p:cNvPr>
          <p:cNvSpPr/>
          <p:nvPr/>
        </p:nvSpPr>
        <p:spPr>
          <a:xfrm>
            <a:off x="1577826" y="3197295"/>
            <a:ext cx="1759974" cy="875071"/>
          </a:xfrm>
          <a:prstGeom prst="flowChartAlternateProcess">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t>Akram</a:t>
            </a:r>
          </a:p>
        </p:txBody>
      </p:sp>
      <p:sp>
        <p:nvSpPr>
          <p:cNvPr id="9" name="Flowchart: Alternate Process 8">
            <a:extLst>
              <a:ext uri="{FF2B5EF4-FFF2-40B4-BE49-F238E27FC236}">
                <a16:creationId xmlns:a16="http://schemas.microsoft.com/office/drawing/2014/main" id="{5C6F2317-45E0-C78F-C05A-0098A917CF90}"/>
              </a:ext>
            </a:extLst>
          </p:cNvPr>
          <p:cNvSpPr/>
          <p:nvPr/>
        </p:nvSpPr>
        <p:spPr>
          <a:xfrm>
            <a:off x="3572550" y="3197295"/>
            <a:ext cx="1759974" cy="875071"/>
          </a:xfrm>
          <a:prstGeom prst="flowChartAlternateProcess">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t>Jessy</a:t>
            </a:r>
          </a:p>
        </p:txBody>
      </p:sp>
      <p:sp>
        <p:nvSpPr>
          <p:cNvPr id="10" name="Flowchart: Alternate Process 9">
            <a:extLst>
              <a:ext uri="{FF2B5EF4-FFF2-40B4-BE49-F238E27FC236}">
                <a16:creationId xmlns:a16="http://schemas.microsoft.com/office/drawing/2014/main" id="{267927BD-981A-2E86-1B90-60129C3B3CE5}"/>
              </a:ext>
            </a:extLst>
          </p:cNvPr>
          <p:cNvSpPr/>
          <p:nvPr/>
        </p:nvSpPr>
        <p:spPr>
          <a:xfrm>
            <a:off x="6424987" y="5082158"/>
            <a:ext cx="1759974" cy="875071"/>
          </a:xfrm>
          <a:prstGeom prst="flowChartAlternateProcess">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t>José Paul</a:t>
            </a:r>
          </a:p>
        </p:txBody>
      </p:sp>
      <p:sp>
        <p:nvSpPr>
          <p:cNvPr id="11" name="Flowchart: Alternate Process 10">
            <a:extLst>
              <a:ext uri="{FF2B5EF4-FFF2-40B4-BE49-F238E27FC236}">
                <a16:creationId xmlns:a16="http://schemas.microsoft.com/office/drawing/2014/main" id="{DDE954B3-F188-D88B-C385-2BFE75CACB20}"/>
              </a:ext>
            </a:extLst>
          </p:cNvPr>
          <p:cNvSpPr/>
          <p:nvPr/>
        </p:nvSpPr>
        <p:spPr>
          <a:xfrm>
            <a:off x="8419711" y="5082157"/>
            <a:ext cx="1759974" cy="875071"/>
          </a:xfrm>
          <a:prstGeom prst="flowChartAlternateProcess">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err="1"/>
              <a:t>Nithusan</a:t>
            </a:r>
            <a:endParaRPr lang="fr-FR"/>
          </a:p>
        </p:txBody>
      </p:sp>
      <p:sp>
        <p:nvSpPr>
          <p:cNvPr id="12" name="Flowchart: Alternate Process 11">
            <a:extLst>
              <a:ext uri="{FF2B5EF4-FFF2-40B4-BE49-F238E27FC236}">
                <a16:creationId xmlns:a16="http://schemas.microsoft.com/office/drawing/2014/main" id="{C7B4C8E2-D316-D346-573C-E98568EA906B}"/>
              </a:ext>
            </a:extLst>
          </p:cNvPr>
          <p:cNvSpPr/>
          <p:nvPr/>
        </p:nvSpPr>
        <p:spPr>
          <a:xfrm>
            <a:off x="6424987" y="2544894"/>
            <a:ext cx="1759974" cy="875071"/>
          </a:xfrm>
          <a:prstGeom prst="flowChartAlternateProcess">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t>Marc</a:t>
            </a:r>
          </a:p>
        </p:txBody>
      </p:sp>
      <p:sp>
        <p:nvSpPr>
          <p:cNvPr id="13" name="Flowchart: Alternate Process 12">
            <a:extLst>
              <a:ext uri="{FF2B5EF4-FFF2-40B4-BE49-F238E27FC236}">
                <a16:creationId xmlns:a16="http://schemas.microsoft.com/office/drawing/2014/main" id="{F4784A4E-1A4F-6BB6-2A1F-0D315D12A467}"/>
              </a:ext>
            </a:extLst>
          </p:cNvPr>
          <p:cNvSpPr/>
          <p:nvPr/>
        </p:nvSpPr>
        <p:spPr>
          <a:xfrm>
            <a:off x="7425466" y="1257709"/>
            <a:ext cx="1759974" cy="875071"/>
          </a:xfrm>
          <a:prstGeom prst="flowChartAlternateProcess">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t>Ruben</a:t>
            </a:r>
          </a:p>
        </p:txBody>
      </p:sp>
      <p:sp>
        <p:nvSpPr>
          <p:cNvPr id="14" name="Flowchart: Alternate Process 13">
            <a:extLst>
              <a:ext uri="{FF2B5EF4-FFF2-40B4-BE49-F238E27FC236}">
                <a16:creationId xmlns:a16="http://schemas.microsoft.com/office/drawing/2014/main" id="{8CE54CE1-A774-59F5-C9F5-F77471B5E39C}"/>
              </a:ext>
            </a:extLst>
          </p:cNvPr>
          <p:cNvSpPr/>
          <p:nvPr/>
        </p:nvSpPr>
        <p:spPr>
          <a:xfrm>
            <a:off x="8419711" y="2535618"/>
            <a:ext cx="1759974" cy="875071"/>
          </a:xfrm>
          <a:prstGeom prst="flowChartAlternateProcess">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err="1"/>
              <a:t>Mélany</a:t>
            </a:r>
            <a:endParaRPr lang="fr-FR"/>
          </a:p>
        </p:txBody>
      </p:sp>
      <p:sp>
        <p:nvSpPr>
          <p:cNvPr id="15" name="Flowchart: Alternate Process 14">
            <a:extLst>
              <a:ext uri="{FF2B5EF4-FFF2-40B4-BE49-F238E27FC236}">
                <a16:creationId xmlns:a16="http://schemas.microsoft.com/office/drawing/2014/main" id="{1FE2A609-4F83-E11F-A757-B55288726023}"/>
              </a:ext>
            </a:extLst>
          </p:cNvPr>
          <p:cNvSpPr/>
          <p:nvPr/>
        </p:nvSpPr>
        <p:spPr>
          <a:xfrm>
            <a:off x="8419711" y="3813526"/>
            <a:ext cx="1759974" cy="875071"/>
          </a:xfrm>
          <a:prstGeom prst="flowChartAlternateProcess">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err="1"/>
              <a:t>Fatemeh</a:t>
            </a:r>
            <a:endParaRPr lang="fr-FR"/>
          </a:p>
        </p:txBody>
      </p:sp>
      <p:sp>
        <p:nvSpPr>
          <p:cNvPr id="16" name="Flowchart: Alternate Process 15">
            <a:extLst>
              <a:ext uri="{FF2B5EF4-FFF2-40B4-BE49-F238E27FC236}">
                <a16:creationId xmlns:a16="http://schemas.microsoft.com/office/drawing/2014/main" id="{2DDFE2AB-CA6D-B41A-B27A-A80AA9CE671A}"/>
              </a:ext>
            </a:extLst>
          </p:cNvPr>
          <p:cNvSpPr/>
          <p:nvPr/>
        </p:nvSpPr>
        <p:spPr>
          <a:xfrm>
            <a:off x="6424987" y="3813526"/>
            <a:ext cx="1759974" cy="875071"/>
          </a:xfrm>
          <a:prstGeom prst="flowChartAlternateProcess">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t>Loan</a:t>
            </a:r>
          </a:p>
        </p:txBody>
      </p:sp>
      <p:sp>
        <p:nvSpPr>
          <p:cNvPr id="17" name="Slide Number Placeholder 16">
            <a:extLst>
              <a:ext uri="{FF2B5EF4-FFF2-40B4-BE49-F238E27FC236}">
                <a16:creationId xmlns:a16="http://schemas.microsoft.com/office/drawing/2014/main" id="{BA00C9B2-023F-C7F2-D2B3-0E1BDDD6C83E}"/>
              </a:ext>
            </a:extLst>
          </p:cNvPr>
          <p:cNvSpPr>
            <a:spLocks noGrp="1"/>
          </p:cNvSpPr>
          <p:nvPr>
            <p:ph type="sldNum" sz="quarter" idx="12"/>
          </p:nvPr>
        </p:nvSpPr>
        <p:spPr/>
        <p:txBody>
          <a:bodyPr/>
          <a:lstStyle/>
          <a:p>
            <a:fld id="{70E31D9B-E209-4D28-8896-A1468C1F448E}" type="slidenum">
              <a:rPr lang="fr-FR" smtClean="0"/>
              <a:t>6</a:t>
            </a:fld>
            <a:endParaRPr lang="fr-FR"/>
          </a:p>
        </p:txBody>
      </p:sp>
      <p:sp>
        <p:nvSpPr>
          <p:cNvPr id="4" name="Rectangle 3">
            <a:extLst>
              <a:ext uri="{FF2B5EF4-FFF2-40B4-BE49-F238E27FC236}">
                <a16:creationId xmlns:a16="http://schemas.microsoft.com/office/drawing/2014/main" id="{0437853D-44A3-F691-75D9-8D8D9F40C334}"/>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D2B8C8C4-7531-1834-CCA0-29760461F224}"/>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84120684"/>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20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1364B-D2CC-75AF-D1D0-E644F249D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78C92-E8C4-BB7D-9C82-C937408AADB6}"/>
              </a:ext>
            </a:extLst>
          </p:cNvPr>
          <p:cNvSpPr>
            <a:spLocks noGrp="1"/>
          </p:cNvSpPr>
          <p:nvPr>
            <p:ph type="title"/>
          </p:nvPr>
        </p:nvSpPr>
        <p:spPr>
          <a:xfrm>
            <a:off x="838200" y="365125"/>
            <a:ext cx="10515600" cy="1325563"/>
          </a:xfrm>
        </p:spPr>
        <p:txBody>
          <a:bodyPr/>
          <a:lstStyle/>
          <a:p>
            <a:r>
              <a:rPr lang="fr-FR" err="1"/>
              <a:t>Constraints</a:t>
            </a:r>
            <a:endParaRPr lang="fr-FR"/>
          </a:p>
        </p:txBody>
      </p:sp>
      <p:sp>
        <p:nvSpPr>
          <p:cNvPr id="3" name="Content Placeholder 2">
            <a:extLst>
              <a:ext uri="{FF2B5EF4-FFF2-40B4-BE49-F238E27FC236}">
                <a16:creationId xmlns:a16="http://schemas.microsoft.com/office/drawing/2014/main" id="{047A5D0D-0DE7-FABA-290A-3DB85C958CF8}"/>
              </a:ext>
            </a:extLst>
          </p:cNvPr>
          <p:cNvSpPr>
            <a:spLocks noGrp="1"/>
          </p:cNvSpPr>
          <p:nvPr>
            <p:ph idx="1"/>
          </p:nvPr>
        </p:nvSpPr>
        <p:spPr>
          <a:xfrm>
            <a:off x="3914954" y="2832040"/>
            <a:ext cx="7827034" cy="512584"/>
          </a:xfrm>
        </p:spPr>
        <p:txBody>
          <a:bodyPr vert="horz" lIns="91440" tIns="45720" rIns="91440" bIns="45720" rtlCol="0" anchor="t">
            <a:normAutofit/>
          </a:bodyPr>
          <a:lstStyle/>
          <a:p>
            <a:pPr marL="0" indent="0">
              <a:buNone/>
            </a:pPr>
            <a:r>
              <a:rPr lang="en-US" b="1"/>
              <a:t>Swiss market specifics &amp; Multilingual</a:t>
            </a:r>
          </a:p>
        </p:txBody>
      </p:sp>
      <p:pic>
        <p:nvPicPr>
          <p:cNvPr id="6" name="Picture 5">
            <a:extLst>
              <a:ext uri="{FF2B5EF4-FFF2-40B4-BE49-F238E27FC236}">
                <a16:creationId xmlns:a16="http://schemas.microsoft.com/office/drawing/2014/main" id="{60E07CF3-CA85-3726-093C-66CF5DB68F02}"/>
              </a:ext>
            </a:extLst>
          </p:cNvPr>
          <p:cNvPicPr>
            <a:picLocks noChangeAspect="1"/>
          </p:cNvPicPr>
          <p:nvPr/>
        </p:nvPicPr>
        <p:blipFill>
          <a:blip r:embed="rId3"/>
          <a:srcRect l="40850" t="30672" r="42739" b="21749"/>
          <a:stretch>
            <a:fillRect/>
          </a:stretch>
        </p:blipFill>
        <p:spPr>
          <a:xfrm>
            <a:off x="1380227" y="2357886"/>
            <a:ext cx="2389019" cy="3579264"/>
          </a:xfrm>
          <a:prstGeom prst="rect">
            <a:avLst/>
          </a:prstGeom>
        </p:spPr>
      </p:pic>
      <p:sp>
        <p:nvSpPr>
          <p:cNvPr id="7" name="TextBox 6">
            <a:extLst>
              <a:ext uri="{FF2B5EF4-FFF2-40B4-BE49-F238E27FC236}">
                <a16:creationId xmlns:a16="http://schemas.microsoft.com/office/drawing/2014/main" id="{469D7D61-9B39-FCD1-4672-AF8084CB4D7C}"/>
              </a:ext>
            </a:extLst>
          </p:cNvPr>
          <p:cNvSpPr txBox="1"/>
          <p:nvPr/>
        </p:nvSpPr>
        <p:spPr>
          <a:xfrm>
            <a:off x="3911252" y="3895957"/>
            <a:ext cx="243191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Data privacy</a:t>
            </a:r>
          </a:p>
        </p:txBody>
      </p:sp>
      <p:sp>
        <p:nvSpPr>
          <p:cNvPr id="8" name="TextBox 7">
            <a:extLst>
              <a:ext uri="{FF2B5EF4-FFF2-40B4-BE49-F238E27FC236}">
                <a16:creationId xmlns:a16="http://schemas.microsoft.com/office/drawing/2014/main" id="{8D42C74B-8A2D-EDC1-A8A5-3A3B2445C7F0}"/>
              </a:ext>
            </a:extLst>
          </p:cNvPr>
          <p:cNvSpPr txBox="1"/>
          <p:nvPr/>
        </p:nvSpPr>
        <p:spPr>
          <a:xfrm>
            <a:off x="3911251" y="4974258"/>
            <a:ext cx="293512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Legacy systems</a:t>
            </a:r>
            <a:endParaRPr lang="en-US"/>
          </a:p>
        </p:txBody>
      </p:sp>
      <p:sp>
        <p:nvSpPr>
          <p:cNvPr id="9" name="Slide Number Placeholder 8">
            <a:extLst>
              <a:ext uri="{FF2B5EF4-FFF2-40B4-BE49-F238E27FC236}">
                <a16:creationId xmlns:a16="http://schemas.microsoft.com/office/drawing/2014/main" id="{DAB3E777-4078-A1F3-E94D-F571967A6C67}"/>
              </a:ext>
            </a:extLst>
          </p:cNvPr>
          <p:cNvSpPr>
            <a:spLocks noGrp="1"/>
          </p:cNvSpPr>
          <p:nvPr>
            <p:ph type="sldNum" sz="quarter" idx="12"/>
          </p:nvPr>
        </p:nvSpPr>
        <p:spPr/>
        <p:txBody>
          <a:bodyPr/>
          <a:lstStyle/>
          <a:p>
            <a:fld id="{70E31D9B-E209-4D28-8896-A1468C1F448E}" type="slidenum">
              <a:rPr lang="fr-FR" smtClean="0"/>
              <a:t>7</a:t>
            </a:fld>
            <a:endParaRPr lang="fr-FR"/>
          </a:p>
        </p:txBody>
      </p:sp>
      <p:sp>
        <p:nvSpPr>
          <p:cNvPr id="5" name="Rectangle 4">
            <a:extLst>
              <a:ext uri="{FF2B5EF4-FFF2-40B4-BE49-F238E27FC236}">
                <a16:creationId xmlns:a16="http://schemas.microsoft.com/office/drawing/2014/main" id="{1D2F75E9-C7C5-F2B2-AFEE-68C3850A09E5}"/>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613B22AD-A039-CC6F-2C25-CCCC1D6370AB}"/>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128BD897-7C7A-9343-C41A-A73D1BF8747C}"/>
              </a:ext>
            </a:extLst>
          </p:cNvPr>
          <p:cNvSpPr txBox="1"/>
          <p:nvPr/>
        </p:nvSpPr>
        <p:spPr>
          <a:xfrm>
            <a:off x="2673209" y="2250988"/>
            <a:ext cx="508000" cy="646331"/>
          </a:xfrm>
          <a:prstGeom prst="rect">
            <a:avLst/>
          </a:prstGeom>
          <a:noFill/>
        </p:spPr>
        <p:txBody>
          <a:bodyPr wrap="square" rtlCol="0">
            <a:spAutoFit/>
          </a:bodyPr>
          <a:lstStyle/>
          <a:p>
            <a:r>
              <a:rPr lang="fr-FR" sz="3600"/>
              <a:t>…</a:t>
            </a:r>
          </a:p>
        </p:txBody>
      </p:sp>
    </p:spTree>
    <p:extLst>
      <p:ext uri="{BB962C8B-B14F-4D97-AF65-F5344CB8AC3E}">
        <p14:creationId xmlns:p14="http://schemas.microsoft.com/office/powerpoint/2010/main" val="534267191"/>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20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A1FC0-B0D9-D903-5D57-0B98F0968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8C931-F52B-B8DC-3F33-4ED7F7D9C76E}"/>
              </a:ext>
            </a:extLst>
          </p:cNvPr>
          <p:cNvSpPr>
            <a:spLocks noGrp="1"/>
          </p:cNvSpPr>
          <p:nvPr>
            <p:ph type="title"/>
          </p:nvPr>
        </p:nvSpPr>
        <p:spPr/>
        <p:txBody>
          <a:bodyPr/>
          <a:lstStyle/>
          <a:p>
            <a:r>
              <a:rPr lang="fr-FR"/>
              <a:t>High-</a:t>
            </a:r>
            <a:r>
              <a:rPr lang="fr-FR" err="1"/>
              <a:t>level</a:t>
            </a:r>
            <a:r>
              <a:rPr lang="fr-FR"/>
              <a:t> architecture</a:t>
            </a:r>
          </a:p>
        </p:txBody>
      </p:sp>
      <p:sp>
        <p:nvSpPr>
          <p:cNvPr id="5" name="Slide Number Placeholder 4">
            <a:extLst>
              <a:ext uri="{FF2B5EF4-FFF2-40B4-BE49-F238E27FC236}">
                <a16:creationId xmlns:a16="http://schemas.microsoft.com/office/drawing/2014/main" id="{439B4CA0-8D33-7070-76D4-DD6C118BFD49}"/>
              </a:ext>
            </a:extLst>
          </p:cNvPr>
          <p:cNvSpPr>
            <a:spLocks noGrp="1"/>
          </p:cNvSpPr>
          <p:nvPr>
            <p:ph type="sldNum" sz="quarter" idx="12"/>
          </p:nvPr>
        </p:nvSpPr>
        <p:spPr/>
        <p:txBody>
          <a:bodyPr/>
          <a:lstStyle/>
          <a:p>
            <a:fld id="{70E31D9B-E209-4D28-8896-A1468C1F448E}" type="slidenum">
              <a:rPr lang="fr-FR" smtClean="0"/>
              <a:t>8</a:t>
            </a:fld>
            <a:endParaRPr lang="fr-FR"/>
          </a:p>
        </p:txBody>
      </p:sp>
      <p:pic>
        <p:nvPicPr>
          <p:cNvPr id="9" name="Picture 8">
            <a:extLst>
              <a:ext uri="{FF2B5EF4-FFF2-40B4-BE49-F238E27FC236}">
                <a16:creationId xmlns:a16="http://schemas.microsoft.com/office/drawing/2014/main" id="{81F4B81D-E360-D515-296C-0821BC0FDAC9}"/>
              </a:ext>
            </a:extLst>
          </p:cNvPr>
          <p:cNvPicPr>
            <a:picLocks noChangeAspect="1"/>
          </p:cNvPicPr>
          <p:nvPr/>
        </p:nvPicPr>
        <p:blipFill>
          <a:blip r:embed="rId2"/>
          <a:srcRect l="19362" t="5572" r="21960" b="7353"/>
          <a:stretch>
            <a:fillRect/>
          </a:stretch>
        </p:blipFill>
        <p:spPr>
          <a:xfrm>
            <a:off x="2717321" y="1315890"/>
            <a:ext cx="6981471" cy="5152069"/>
          </a:xfrm>
          <a:prstGeom prst="rect">
            <a:avLst/>
          </a:prstGeom>
        </p:spPr>
      </p:pic>
      <p:sp>
        <p:nvSpPr>
          <p:cNvPr id="10" name="Rectangle 9">
            <a:extLst>
              <a:ext uri="{FF2B5EF4-FFF2-40B4-BE49-F238E27FC236}">
                <a16:creationId xmlns:a16="http://schemas.microsoft.com/office/drawing/2014/main" id="{8238657C-FC8E-6912-AD14-9C38F3FAEC71}"/>
              </a:ext>
            </a:extLst>
          </p:cNvPr>
          <p:cNvSpPr/>
          <p:nvPr/>
        </p:nvSpPr>
        <p:spPr>
          <a:xfrm>
            <a:off x="5801297" y="4033093"/>
            <a:ext cx="3377467" cy="23642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7246C66-12CE-C953-D654-32E92D5524FF}"/>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B3E321AD-FB83-1DBF-3D6D-EDDFC3FE3AE1}"/>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64900219"/>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D5250-54D8-F5A1-6BB5-719343258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453DD-9BAC-6D74-527C-B2F83D75525F}"/>
              </a:ext>
            </a:extLst>
          </p:cNvPr>
          <p:cNvSpPr>
            <a:spLocks noGrp="1"/>
          </p:cNvSpPr>
          <p:nvPr>
            <p:ph type="title"/>
          </p:nvPr>
        </p:nvSpPr>
        <p:spPr/>
        <p:txBody>
          <a:bodyPr/>
          <a:lstStyle/>
          <a:p>
            <a:r>
              <a:rPr lang="fr-FR"/>
              <a:t>High-</a:t>
            </a:r>
            <a:r>
              <a:rPr lang="fr-FR" err="1"/>
              <a:t>level</a:t>
            </a:r>
            <a:r>
              <a:rPr lang="fr-FR"/>
              <a:t> architecture</a:t>
            </a:r>
          </a:p>
        </p:txBody>
      </p:sp>
      <p:pic>
        <p:nvPicPr>
          <p:cNvPr id="4" name="Picture 3">
            <a:extLst>
              <a:ext uri="{FF2B5EF4-FFF2-40B4-BE49-F238E27FC236}">
                <a16:creationId xmlns:a16="http://schemas.microsoft.com/office/drawing/2014/main" id="{2F299B41-1D17-1220-D37A-B2CCE7EF5840}"/>
              </a:ext>
            </a:extLst>
          </p:cNvPr>
          <p:cNvPicPr>
            <a:picLocks noChangeAspect="1"/>
          </p:cNvPicPr>
          <p:nvPr/>
        </p:nvPicPr>
        <p:blipFill>
          <a:blip r:embed="rId2"/>
          <a:srcRect l="19362" t="5572" r="21960" b="7353"/>
          <a:stretch>
            <a:fillRect/>
          </a:stretch>
        </p:blipFill>
        <p:spPr>
          <a:xfrm>
            <a:off x="2717321" y="1315890"/>
            <a:ext cx="6981471" cy="5152069"/>
          </a:xfrm>
          <a:prstGeom prst="rect">
            <a:avLst/>
          </a:prstGeom>
        </p:spPr>
      </p:pic>
      <p:sp>
        <p:nvSpPr>
          <p:cNvPr id="5" name="Slide Number Placeholder 4">
            <a:extLst>
              <a:ext uri="{FF2B5EF4-FFF2-40B4-BE49-F238E27FC236}">
                <a16:creationId xmlns:a16="http://schemas.microsoft.com/office/drawing/2014/main" id="{C0CA5445-59C5-F062-2782-CF3B291F78AE}"/>
              </a:ext>
            </a:extLst>
          </p:cNvPr>
          <p:cNvSpPr>
            <a:spLocks noGrp="1"/>
          </p:cNvSpPr>
          <p:nvPr>
            <p:ph type="sldNum" sz="quarter" idx="12"/>
          </p:nvPr>
        </p:nvSpPr>
        <p:spPr/>
        <p:txBody>
          <a:bodyPr/>
          <a:lstStyle/>
          <a:p>
            <a:fld id="{70E31D9B-E209-4D28-8896-A1468C1F448E}" type="slidenum">
              <a:rPr lang="fr-FR" smtClean="0"/>
              <a:t>9</a:t>
            </a:fld>
            <a:endParaRPr lang="fr-FR"/>
          </a:p>
        </p:txBody>
      </p:sp>
      <p:sp>
        <p:nvSpPr>
          <p:cNvPr id="6" name="Rectangle 5">
            <a:extLst>
              <a:ext uri="{FF2B5EF4-FFF2-40B4-BE49-F238E27FC236}">
                <a16:creationId xmlns:a16="http://schemas.microsoft.com/office/drawing/2014/main" id="{4DD123A9-AB3A-D7E4-938B-E88FC3E44C2E}"/>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07182FB8-1C18-B381-EE02-82D970C1ACAF}"/>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26487161"/>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A5DB-946A-4432-F481-154679F58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94CE2-76DB-BF31-8CD6-C6C31CF8C41A}"/>
              </a:ext>
            </a:extLst>
          </p:cNvPr>
          <p:cNvSpPr>
            <a:spLocks noGrp="1"/>
          </p:cNvSpPr>
          <p:nvPr>
            <p:ph type="title"/>
          </p:nvPr>
        </p:nvSpPr>
        <p:spPr/>
        <p:txBody>
          <a:bodyPr/>
          <a:lstStyle/>
          <a:p>
            <a:r>
              <a:rPr lang="fr-FR"/>
              <a:t>In-architecture</a:t>
            </a:r>
          </a:p>
        </p:txBody>
      </p:sp>
      <p:sp>
        <p:nvSpPr>
          <p:cNvPr id="5" name="Slide Number Placeholder 4">
            <a:extLst>
              <a:ext uri="{FF2B5EF4-FFF2-40B4-BE49-F238E27FC236}">
                <a16:creationId xmlns:a16="http://schemas.microsoft.com/office/drawing/2014/main" id="{F9E16BB9-295B-7B06-93AD-80E35806F800}"/>
              </a:ext>
            </a:extLst>
          </p:cNvPr>
          <p:cNvSpPr>
            <a:spLocks noGrp="1"/>
          </p:cNvSpPr>
          <p:nvPr>
            <p:ph type="sldNum" sz="quarter" idx="12"/>
          </p:nvPr>
        </p:nvSpPr>
        <p:spPr/>
        <p:txBody>
          <a:bodyPr/>
          <a:lstStyle/>
          <a:p>
            <a:fld id="{70E31D9B-E209-4D28-8896-A1468C1F448E}" type="slidenum">
              <a:rPr lang="fr-FR" smtClean="0"/>
              <a:t>10</a:t>
            </a:fld>
            <a:endParaRPr lang="fr-FR"/>
          </a:p>
        </p:txBody>
      </p:sp>
      <p:sp>
        <p:nvSpPr>
          <p:cNvPr id="6" name="Rectangle 5">
            <a:extLst>
              <a:ext uri="{FF2B5EF4-FFF2-40B4-BE49-F238E27FC236}">
                <a16:creationId xmlns:a16="http://schemas.microsoft.com/office/drawing/2014/main" id="{69950976-D34A-4DFF-3144-59BAFA0F9912}"/>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0F02944E-2A20-CCA5-AB18-15D69AB9EE0C}"/>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C6F89A53-5CD5-06FC-2799-BE78686B4D5C}"/>
              </a:ext>
            </a:extLst>
          </p:cNvPr>
          <p:cNvPicPr>
            <a:picLocks noChangeAspect="1"/>
          </p:cNvPicPr>
          <p:nvPr/>
        </p:nvPicPr>
        <p:blipFill>
          <a:blip r:embed="rId2"/>
          <a:srcRect l="20504" t="24572" r="18158" b="23685"/>
          <a:stretch>
            <a:fillRect/>
          </a:stretch>
        </p:blipFill>
        <p:spPr>
          <a:xfrm>
            <a:off x="1163053" y="1431128"/>
            <a:ext cx="9871300" cy="4684891"/>
          </a:xfrm>
          <a:prstGeom prst="rect">
            <a:avLst/>
          </a:prstGeom>
        </p:spPr>
      </p:pic>
    </p:spTree>
    <p:extLst>
      <p:ext uri="{BB962C8B-B14F-4D97-AF65-F5344CB8AC3E}">
        <p14:creationId xmlns:p14="http://schemas.microsoft.com/office/powerpoint/2010/main" val="3754955320"/>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48A77-A0F2-1A80-A151-0E2E57046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3F1B5-FE50-F55C-E8BF-632748001849}"/>
              </a:ext>
            </a:extLst>
          </p:cNvPr>
          <p:cNvSpPr>
            <a:spLocks noGrp="1"/>
          </p:cNvSpPr>
          <p:nvPr>
            <p:ph type="title"/>
          </p:nvPr>
        </p:nvSpPr>
        <p:spPr/>
        <p:txBody>
          <a:bodyPr/>
          <a:lstStyle/>
          <a:p>
            <a:r>
              <a:rPr lang="fr-FR"/>
              <a:t>Deep dive: data </a:t>
            </a:r>
            <a:r>
              <a:rPr lang="fr-FR" err="1"/>
              <a:t>structuring</a:t>
            </a:r>
            <a:endParaRPr lang="fr-FR"/>
          </a:p>
        </p:txBody>
      </p:sp>
      <p:sp>
        <p:nvSpPr>
          <p:cNvPr id="5" name="Slide Number Placeholder 4">
            <a:extLst>
              <a:ext uri="{FF2B5EF4-FFF2-40B4-BE49-F238E27FC236}">
                <a16:creationId xmlns:a16="http://schemas.microsoft.com/office/drawing/2014/main" id="{8491B74A-64ED-5D2D-06D2-94344A6CD6EA}"/>
              </a:ext>
            </a:extLst>
          </p:cNvPr>
          <p:cNvSpPr>
            <a:spLocks noGrp="1"/>
          </p:cNvSpPr>
          <p:nvPr>
            <p:ph type="sldNum" sz="quarter" idx="12"/>
          </p:nvPr>
        </p:nvSpPr>
        <p:spPr/>
        <p:txBody>
          <a:bodyPr/>
          <a:lstStyle/>
          <a:p>
            <a:fld id="{70E31D9B-E209-4D28-8896-A1468C1F448E}" type="slidenum">
              <a:rPr lang="fr-FR" smtClean="0"/>
              <a:t>11</a:t>
            </a:fld>
            <a:endParaRPr lang="fr-FR"/>
          </a:p>
        </p:txBody>
      </p:sp>
      <p:sp>
        <p:nvSpPr>
          <p:cNvPr id="6" name="Rectangle 5">
            <a:extLst>
              <a:ext uri="{FF2B5EF4-FFF2-40B4-BE49-F238E27FC236}">
                <a16:creationId xmlns:a16="http://schemas.microsoft.com/office/drawing/2014/main" id="{F1D495A7-82FC-0EF0-604D-82C4C01566EA}"/>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EE98AD1F-DF1E-8D4F-EE78-124A8E6D3FA1}"/>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BD7297D2-3BC8-C69A-1F5D-967B7C2538D8}"/>
              </a:ext>
            </a:extLst>
          </p:cNvPr>
          <p:cNvPicPr>
            <a:picLocks noChangeAspect="1"/>
          </p:cNvPicPr>
          <p:nvPr/>
        </p:nvPicPr>
        <p:blipFill>
          <a:blip r:embed="rId2"/>
          <a:stretch>
            <a:fillRect/>
          </a:stretch>
        </p:blipFill>
        <p:spPr>
          <a:xfrm>
            <a:off x="517191" y="2151230"/>
            <a:ext cx="11157618" cy="3304172"/>
          </a:xfrm>
          <a:prstGeom prst="rect">
            <a:avLst/>
          </a:prstGeom>
        </p:spPr>
      </p:pic>
    </p:spTree>
    <p:extLst>
      <p:ext uri="{BB962C8B-B14F-4D97-AF65-F5344CB8AC3E}">
        <p14:creationId xmlns:p14="http://schemas.microsoft.com/office/powerpoint/2010/main" val="2178072487"/>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CDCF1-D324-7569-EC74-9128DDFED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E3A12-1FB5-9A22-F9E3-9B4A765C1E4A}"/>
              </a:ext>
            </a:extLst>
          </p:cNvPr>
          <p:cNvSpPr>
            <a:spLocks noGrp="1"/>
          </p:cNvSpPr>
          <p:nvPr>
            <p:ph type="title"/>
          </p:nvPr>
        </p:nvSpPr>
        <p:spPr/>
        <p:txBody>
          <a:bodyPr/>
          <a:lstStyle/>
          <a:p>
            <a:r>
              <a:rPr lang="fr-FR"/>
              <a:t>One of the </a:t>
            </a:r>
            <a:r>
              <a:rPr lang="fr-FR" err="1"/>
              <a:t>technical</a:t>
            </a:r>
            <a:r>
              <a:rPr lang="fr-FR"/>
              <a:t> challenges</a:t>
            </a:r>
          </a:p>
        </p:txBody>
      </p:sp>
      <p:sp>
        <p:nvSpPr>
          <p:cNvPr id="3" name="Content Placeholder 2">
            <a:extLst>
              <a:ext uri="{FF2B5EF4-FFF2-40B4-BE49-F238E27FC236}">
                <a16:creationId xmlns:a16="http://schemas.microsoft.com/office/drawing/2014/main" id="{B47C68D7-12EC-C36E-7E22-DD7724271617}"/>
              </a:ext>
            </a:extLst>
          </p:cNvPr>
          <p:cNvSpPr>
            <a:spLocks noGrp="1"/>
          </p:cNvSpPr>
          <p:nvPr>
            <p:ph idx="1"/>
          </p:nvPr>
        </p:nvSpPr>
        <p:spPr>
          <a:xfrm>
            <a:off x="838200" y="1724984"/>
            <a:ext cx="5037827" cy="4451979"/>
          </a:xfrm>
        </p:spPr>
        <p:txBody>
          <a:bodyPr vert="horz" lIns="91440" tIns="45720" rIns="91440" bIns="45720" rtlCol="0" anchor="t">
            <a:normAutofit/>
          </a:bodyPr>
          <a:lstStyle/>
          <a:p>
            <a:r>
              <a:rPr lang="fr-FR"/>
              <a:t>Data extraction : PDF format</a:t>
            </a:r>
          </a:p>
          <a:p>
            <a:endParaRPr lang="fr-FR"/>
          </a:p>
        </p:txBody>
      </p:sp>
      <p:grpSp>
        <p:nvGrpSpPr>
          <p:cNvPr id="8" name="Group 7">
            <a:extLst>
              <a:ext uri="{FF2B5EF4-FFF2-40B4-BE49-F238E27FC236}">
                <a16:creationId xmlns:a16="http://schemas.microsoft.com/office/drawing/2014/main" id="{75A029DB-1EB5-9A4D-76DF-7269CBB5C0A3}"/>
              </a:ext>
            </a:extLst>
          </p:cNvPr>
          <p:cNvGrpSpPr/>
          <p:nvPr/>
        </p:nvGrpSpPr>
        <p:grpSpPr>
          <a:xfrm>
            <a:off x="1236722" y="3015829"/>
            <a:ext cx="9718365" cy="2903006"/>
            <a:chOff x="834156" y="2178131"/>
            <a:chExt cx="8280627" cy="2543573"/>
          </a:xfrm>
        </p:grpSpPr>
        <p:pic>
          <p:nvPicPr>
            <p:cNvPr id="4" name="Picture 3">
              <a:extLst>
                <a:ext uri="{FF2B5EF4-FFF2-40B4-BE49-F238E27FC236}">
                  <a16:creationId xmlns:a16="http://schemas.microsoft.com/office/drawing/2014/main" id="{7AF17329-49CC-4B5C-4301-6439CD7EE589}"/>
                </a:ext>
              </a:extLst>
            </p:cNvPr>
            <p:cNvPicPr>
              <a:picLocks noChangeAspect="1"/>
            </p:cNvPicPr>
            <p:nvPr/>
          </p:nvPicPr>
          <p:blipFill>
            <a:blip r:embed="rId2"/>
            <a:stretch>
              <a:fillRect/>
            </a:stretch>
          </p:blipFill>
          <p:spPr>
            <a:xfrm>
              <a:off x="834156" y="2184191"/>
              <a:ext cx="1753499" cy="2503998"/>
            </a:xfrm>
            <a:prstGeom prst="rect">
              <a:avLst/>
            </a:prstGeom>
          </p:spPr>
        </p:pic>
        <p:pic>
          <p:nvPicPr>
            <p:cNvPr id="5" name="Picture 4">
              <a:extLst>
                <a:ext uri="{FF2B5EF4-FFF2-40B4-BE49-F238E27FC236}">
                  <a16:creationId xmlns:a16="http://schemas.microsoft.com/office/drawing/2014/main" id="{47A671FD-94DE-B529-5083-1B163A628DCE}"/>
                </a:ext>
              </a:extLst>
            </p:cNvPr>
            <p:cNvPicPr>
              <a:picLocks noChangeAspect="1"/>
            </p:cNvPicPr>
            <p:nvPr/>
          </p:nvPicPr>
          <p:blipFill>
            <a:blip r:embed="rId3"/>
            <a:stretch>
              <a:fillRect/>
            </a:stretch>
          </p:blipFill>
          <p:spPr>
            <a:xfrm>
              <a:off x="2875740" y="2184191"/>
              <a:ext cx="1767877" cy="2518375"/>
            </a:xfrm>
            <a:prstGeom prst="rect">
              <a:avLst/>
            </a:prstGeom>
          </p:spPr>
        </p:pic>
        <p:pic>
          <p:nvPicPr>
            <p:cNvPr id="6" name="Picture 5">
              <a:extLst>
                <a:ext uri="{FF2B5EF4-FFF2-40B4-BE49-F238E27FC236}">
                  <a16:creationId xmlns:a16="http://schemas.microsoft.com/office/drawing/2014/main" id="{06EB5992-B854-2D43-6173-1C49F9AEB1C0}"/>
                </a:ext>
              </a:extLst>
            </p:cNvPr>
            <p:cNvPicPr>
              <a:picLocks noChangeAspect="1"/>
            </p:cNvPicPr>
            <p:nvPr/>
          </p:nvPicPr>
          <p:blipFill>
            <a:blip r:embed="rId4"/>
            <a:srcRect l="1974" t="3448" r="806" b="4457"/>
            <a:stretch>
              <a:fillRect/>
            </a:stretch>
          </p:blipFill>
          <p:spPr>
            <a:xfrm>
              <a:off x="6999257" y="2178131"/>
              <a:ext cx="2115526" cy="2518092"/>
            </a:xfrm>
            <a:prstGeom prst="rect">
              <a:avLst/>
            </a:prstGeom>
          </p:spPr>
        </p:pic>
        <p:pic>
          <p:nvPicPr>
            <p:cNvPr id="7" name="Picture 6">
              <a:extLst>
                <a:ext uri="{FF2B5EF4-FFF2-40B4-BE49-F238E27FC236}">
                  <a16:creationId xmlns:a16="http://schemas.microsoft.com/office/drawing/2014/main" id="{E29D38CE-46B9-50FD-88BE-1C7E24BBE9B3}"/>
                </a:ext>
              </a:extLst>
            </p:cNvPr>
            <p:cNvPicPr>
              <a:picLocks noChangeAspect="1"/>
            </p:cNvPicPr>
            <p:nvPr/>
          </p:nvPicPr>
          <p:blipFill>
            <a:blip r:embed="rId5"/>
            <a:stretch>
              <a:fillRect/>
            </a:stretch>
          </p:blipFill>
          <p:spPr>
            <a:xfrm>
              <a:off x="4989302" y="2179427"/>
              <a:ext cx="1767697" cy="2542277"/>
            </a:xfrm>
            <a:prstGeom prst="rect">
              <a:avLst/>
            </a:prstGeom>
          </p:spPr>
        </p:pic>
      </p:grpSp>
      <p:sp>
        <p:nvSpPr>
          <p:cNvPr id="13" name="Arrow: Bent 12">
            <a:extLst>
              <a:ext uri="{FF2B5EF4-FFF2-40B4-BE49-F238E27FC236}">
                <a16:creationId xmlns:a16="http://schemas.microsoft.com/office/drawing/2014/main" id="{48A1B0EF-DBFC-EFA3-9873-FDB2C4D25A03}"/>
              </a:ext>
            </a:extLst>
          </p:cNvPr>
          <p:cNvSpPr/>
          <p:nvPr/>
        </p:nvSpPr>
        <p:spPr>
          <a:xfrm flipV="1">
            <a:off x="4427047" y="2220475"/>
            <a:ext cx="626712" cy="439805"/>
          </a:xfrm>
          <a:prstGeom prst="ben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a:extLst>
              <a:ext uri="{FF2B5EF4-FFF2-40B4-BE49-F238E27FC236}">
                <a16:creationId xmlns:a16="http://schemas.microsoft.com/office/drawing/2014/main" id="{9D35B5AB-E9A1-9F8C-687F-CC4229B61DCA}"/>
              </a:ext>
            </a:extLst>
          </p:cNvPr>
          <p:cNvSpPr txBox="1"/>
          <p:nvPr/>
        </p:nvSpPr>
        <p:spPr>
          <a:xfrm>
            <a:off x="5223707" y="2341246"/>
            <a:ext cx="28106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Very unstructured format!</a:t>
            </a:r>
          </a:p>
        </p:txBody>
      </p:sp>
      <p:sp>
        <p:nvSpPr>
          <p:cNvPr id="12" name="Slide Number Placeholder 11">
            <a:extLst>
              <a:ext uri="{FF2B5EF4-FFF2-40B4-BE49-F238E27FC236}">
                <a16:creationId xmlns:a16="http://schemas.microsoft.com/office/drawing/2014/main" id="{225B0F38-C412-FAD9-DDCA-52DC6520EAFC}"/>
              </a:ext>
            </a:extLst>
          </p:cNvPr>
          <p:cNvSpPr>
            <a:spLocks noGrp="1"/>
          </p:cNvSpPr>
          <p:nvPr>
            <p:ph type="sldNum" sz="quarter" idx="12"/>
          </p:nvPr>
        </p:nvSpPr>
        <p:spPr/>
        <p:txBody>
          <a:bodyPr/>
          <a:lstStyle/>
          <a:p>
            <a:fld id="{70E31D9B-E209-4D28-8896-A1468C1F448E}" type="slidenum">
              <a:rPr lang="fr-FR" smtClean="0"/>
              <a:t>12</a:t>
            </a:fld>
            <a:endParaRPr lang="fr-FR"/>
          </a:p>
        </p:txBody>
      </p:sp>
      <p:sp>
        <p:nvSpPr>
          <p:cNvPr id="10" name="Rectangle 9">
            <a:extLst>
              <a:ext uri="{FF2B5EF4-FFF2-40B4-BE49-F238E27FC236}">
                <a16:creationId xmlns:a16="http://schemas.microsoft.com/office/drawing/2014/main" id="{5F18D094-CD56-6114-5ED3-2ABE7EBF460D}"/>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7104E852-B642-5380-CB61-0E208EA4CDC2}"/>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35214088"/>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34800-855B-AECE-9B48-2C409B9E9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144C2-4CF7-4642-E8E7-3A7E6DA3779D}"/>
              </a:ext>
            </a:extLst>
          </p:cNvPr>
          <p:cNvSpPr>
            <a:spLocks noGrp="1"/>
          </p:cNvSpPr>
          <p:nvPr>
            <p:ph type="title"/>
          </p:nvPr>
        </p:nvSpPr>
        <p:spPr/>
        <p:txBody>
          <a:bodyPr/>
          <a:lstStyle/>
          <a:p>
            <a:r>
              <a:rPr lang="fr-FR"/>
              <a:t>How </a:t>
            </a:r>
            <a:r>
              <a:rPr lang="fr-FR" err="1"/>
              <a:t>we</a:t>
            </a:r>
            <a:r>
              <a:rPr lang="fr-FR"/>
              <a:t> </a:t>
            </a:r>
            <a:r>
              <a:rPr lang="fr-FR" err="1"/>
              <a:t>faced</a:t>
            </a:r>
            <a:r>
              <a:rPr lang="fr-FR"/>
              <a:t> </a:t>
            </a:r>
            <a:r>
              <a:rPr lang="fr-FR" err="1"/>
              <a:t>it</a:t>
            </a:r>
          </a:p>
        </p:txBody>
      </p:sp>
      <p:sp>
        <p:nvSpPr>
          <p:cNvPr id="3" name="Content Placeholder 2">
            <a:extLst>
              <a:ext uri="{FF2B5EF4-FFF2-40B4-BE49-F238E27FC236}">
                <a16:creationId xmlns:a16="http://schemas.microsoft.com/office/drawing/2014/main" id="{1F44B0A4-8C8D-1EA5-074B-F5D5D77B0225}"/>
              </a:ext>
            </a:extLst>
          </p:cNvPr>
          <p:cNvSpPr>
            <a:spLocks noGrp="1"/>
          </p:cNvSpPr>
          <p:nvPr>
            <p:ph idx="1"/>
          </p:nvPr>
        </p:nvSpPr>
        <p:spPr/>
        <p:txBody>
          <a:bodyPr vert="horz" lIns="91440" tIns="45720" rIns="91440" bIns="45720" rtlCol="0" anchor="t">
            <a:normAutofit/>
          </a:bodyPr>
          <a:lstStyle/>
          <a:p>
            <a:r>
              <a:rPr lang="fr-FR" err="1"/>
              <a:t>Wrote</a:t>
            </a:r>
            <a:r>
              <a:rPr lang="fr-FR"/>
              <a:t> scripts in Python</a:t>
            </a:r>
            <a:endParaRPr lang="en-US"/>
          </a:p>
          <a:p>
            <a:r>
              <a:rPr lang="fr-FR" err="1"/>
              <a:t>Used</a:t>
            </a:r>
            <a:r>
              <a:rPr lang="fr-FR"/>
              <a:t> a </a:t>
            </a:r>
            <a:r>
              <a:rPr lang="fr-FR" err="1"/>
              <a:t>library</a:t>
            </a:r>
            <a:r>
              <a:rPr lang="fr-FR"/>
              <a:t> </a:t>
            </a:r>
            <a:r>
              <a:rPr lang="fr-FR" err="1"/>
              <a:t>called</a:t>
            </a:r>
            <a:r>
              <a:rPr lang="fr-FR"/>
              <a:t> </a:t>
            </a:r>
            <a:r>
              <a:rPr lang="fr-FR" b="1" err="1"/>
              <a:t>Docling</a:t>
            </a:r>
            <a:endParaRPr lang="fr-FR" b="1"/>
          </a:p>
          <a:p>
            <a:r>
              <a:rPr lang="fr-FR"/>
              <a:t>Uses </a:t>
            </a:r>
            <a:r>
              <a:rPr lang="fr-FR" err="1"/>
              <a:t>several</a:t>
            </a:r>
            <a:r>
              <a:rPr lang="fr-FR"/>
              <a:t> AI </a:t>
            </a:r>
            <a:r>
              <a:rPr lang="fr-FR" err="1"/>
              <a:t>models</a:t>
            </a:r>
            <a:r>
              <a:rPr lang="fr-FR"/>
              <a:t> to </a:t>
            </a:r>
            <a:r>
              <a:rPr lang="fr-FR" err="1"/>
              <a:t>transcribe</a:t>
            </a:r>
            <a:r>
              <a:rPr lang="fr-FR"/>
              <a:t> a </a:t>
            </a:r>
            <a:r>
              <a:rPr lang="fr-FR" err="1"/>
              <a:t>complex</a:t>
            </a:r>
            <a:r>
              <a:rPr lang="fr-FR"/>
              <a:t> document </a:t>
            </a:r>
            <a:r>
              <a:rPr lang="fr-FR" err="1"/>
              <a:t>into</a:t>
            </a:r>
            <a:r>
              <a:rPr lang="fr-FR"/>
              <a:t> a </a:t>
            </a:r>
            <a:r>
              <a:rPr lang="fr-FR" err="1"/>
              <a:t>structured</a:t>
            </a:r>
            <a:r>
              <a:rPr lang="fr-FR"/>
              <a:t> one.</a:t>
            </a:r>
          </a:p>
          <a:p>
            <a:r>
              <a:rPr lang="fr-FR" err="1"/>
              <a:t>Results</a:t>
            </a:r>
            <a:r>
              <a:rPr lang="fr-FR"/>
              <a:t> </a:t>
            </a:r>
            <a:r>
              <a:rPr lang="fr-FR" err="1"/>
              <a:t>were</a:t>
            </a:r>
            <a:r>
              <a:rPr lang="fr-FR"/>
              <a:t> </a:t>
            </a:r>
            <a:r>
              <a:rPr lang="fr-FR" err="1"/>
              <a:t>satisfying</a:t>
            </a:r>
            <a:r>
              <a:rPr lang="fr-FR"/>
              <a:t>.</a:t>
            </a:r>
          </a:p>
          <a:p>
            <a:pPr marL="0" indent="0">
              <a:buNone/>
            </a:pPr>
            <a:endParaRPr lang="fr-FR"/>
          </a:p>
          <a:p>
            <a:endParaRPr lang="fr-FR"/>
          </a:p>
        </p:txBody>
      </p:sp>
      <p:sp>
        <p:nvSpPr>
          <p:cNvPr id="4" name="Slide Number Placeholder 3">
            <a:extLst>
              <a:ext uri="{FF2B5EF4-FFF2-40B4-BE49-F238E27FC236}">
                <a16:creationId xmlns:a16="http://schemas.microsoft.com/office/drawing/2014/main" id="{2333465D-DCB2-F66E-9708-55462F99634B}"/>
              </a:ext>
            </a:extLst>
          </p:cNvPr>
          <p:cNvSpPr>
            <a:spLocks noGrp="1"/>
          </p:cNvSpPr>
          <p:nvPr>
            <p:ph type="sldNum" sz="quarter" idx="12"/>
          </p:nvPr>
        </p:nvSpPr>
        <p:spPr/>
        <p:txBody>
          <a:bodyPr/>
          <a:lstStyle/>
          <a:p>
            <a:fld id="{70E31D9B-E209-4D28-8896-A1468C1F448E}" type="slidenum">
              <a:rPr lang="fr-FR" smtClean="0"/>
              <a:t>13</a:t>
            </a:fld>
            <a:endParaRPr lang="fr-FR"/>
          </a:p>
        </p:txBody>
      </p:sp>
      <p:pic>
        <p:nvPicPr>
          <p:cNvPr id="5" name="Picture 4" descr="GitHub - docling-project/docling: Get your documents ready ...">
            <a:extLst>
              <a:ext uri="{FF2B5EF4-FFF2-40B4-BE49-F238E27FC236}">
                <a16:creationId xmlns:a16="http://schemas.microsoft.com/office/drawing/2014/main" id="{4F0E7F47-A2EF-0A96-673A-28FCE9484FF0}"/>
              </a:ext>
            </a:extLst>
          </p:cNvPr>
          <p:cNvPicPr>
            <a:picLocks noChangeAspect="1"/>
          </p:cNvPicPr>
          <p:nvPr/>
        </p:nvPicPr>
        <p:blipFill>
          <a:blip r:embed="rId2"/>
          <a:stretch>
            <a:fillRect/>
          </a:stretch>
        </p:blipFill>
        <p:spPr>
          <a:xfrm>
            <a:off x="7398588" y="4224069"/>
            <a:ext cx="3835878" cy="1961071"/>
          </a:xfrm>
          <a:prstGeom prst="rect">
            <a:avLst/>
          </a:prstGeom>
        </p:spPr>
      </p:pic>
      <p:sp>
        <p:nvSpPr>
          <p:cNvPr id="7" name="Rectangle 6">
            <a:extLst>
              <a:ext uri="{FF2B5EF4-FFF2-40B4-BE49-F238E27FC236}">
                <a16:creationId xmlns:a16="http://schemas.microsoft.com/office/drawing/2014/main" id="{D0360557-F875-D7DA-FC35-9E01B1EEF8C6}"/>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315DC0D-5B72-6081-018A-11EACB2B85BE}"/>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24317097"/>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73E00-036F-6ABC-B499-C29159B3E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AA486-64AF-0537-B1E2-0A439B210F01}"/>
              </a:ext>
            </a:extLst>
          </p:cNvPr>
          <p:cNvSpPr>
            <a:spLocks noGrp="1"/>
          </p:cNvSpPr>
          <p:nvPr>
            <p:ph type="title"/>
          </p:nvPr>
        </p:nvSpPr>
        <p:spPr/>
        <p:txBody>
          <a:bodyPr/>
          <a:lstStyle/>
          <a:p>
            <a:r>
              <a:rPr lang="fr-FR" err="1"/>
              <a:t>Results</a:t>
            </a:r>
            <a:endParaRPr lang="en-US" err="1"/>
          </a:p>
        </p:txBody>
      </p:sp>
      <p:sp>
        <p:nvSpPr>
          <p:cNvPr id="3" name="Content Placeholder 2">
            <a:extLst>
              <a:ext uri="{FF2B5EF4-FFF2-40B4-BE49-F238E27FC236}">
                <a16:creationId xmlns:a16="http://schemas.microsoft.com/office/drawing/2014/main" id="{DADD6FE1-41E3-102C-D5DE-D2C11535095A}"/>
              </a:ext>
            </a:extLst>
          </p:cNvPr>
          <p:cNvSpPr>
            <a:spLocks noGrp="1"/>
          </p:cNvSpPr>
          <p:nvPr>
            <p:ph idx="1"/>
          </p:nvPr>
        </p:nvSpPr>
        <p:spPr>
          <a:xfrm>
            <a:off x="838200" y="1423059"/>
            <a:ext cx="10515600" cy="929527"/>
          </a:xfrm>
        </p:spPr>
        <p:txBody>
          <a:bodyPr vert="horz" lIns="91440" tIns="45720" rIns="91440" bIns="45720" rtlCol="0" anchor="t">
            <a:normAutofit/>
          </a:bodyPr>
          <a:lstStyle/>
          <a:p>
            <a:endParaRPr lang="fr-FR"/>
          </a:p>
          <a:p>
            <a:endParaRPr lang="fr-FR"/>
          </a:p>
        </p:txBody>
      </p:sp>
      <p:pic>
        <p:nvPicPr>
          <p:cNvPr id="4" name="Picture 3">
            <a:extLst>
              <a:ext uri="{FF2B5EF4-FFF2-40B4-BE49-F238E27FC236}">
                <a16:creationId xmlns:a16="http://schemas.microsoft.com/office/drawing/2014/main" id="{B27A65E0-8D92-14FE-8246-F27CD53A91CD}"/>
              </a:ext>
            </a:extLst>
          </p:cNvPr>
          <p:cNvPicPr>
            <a:picLocks noChangeAspect="1"/>
          </p:cNvPicPr>
          <p:nvPr/>
        </p:nvPicPr>
        <p:blipFill>
          <a:blip r:embed="rId2"/>
          <a:stretch>
            <a:fillRect/>
          </a:stretch>
        </p:blipFill>
        <p:spPr>
          <a:xfrm>
            <a:off x="111066" y="2906834"/>
            <a:ext cx="3731642" cy="3373466"/>
          </a:xfrm>
          <a:prstGeom prst="rect">
            <a:avLst/>
          </a:prstGeom>
        </p:spPr>
      </p:pic>
      <p:pic>
        <p:nvPicPr>
          <p:cNvPr id="5" name="Picture 4">
            <a:extLst>
              <a:ext uri="{FF2B5EF4-FFF2-40B4-BE49-F238E27FC236}">
                <a16:creationId xmlns:a16="http://schemas.microsoft.com/office/drawing/2014/main" id="{60F0B59D-8FC0-5813-1502-B17949E847D2}"/>
              </a:ext>
            </a:extLst>
          </p:cNvPr>
          <p:cNvPicPr>
            <a:picLocks noChangeAspect="1"/>
          </p:cNvPicPr>
          <p:nvPr/>
        </p:nvPicPr>
        <p:blipFill>
          <a:blip r:embed="rId3"/>
          <a:stretch>
            <a:fillRect/>
          </a:stretch>
        </p:blipFill>
        <p:spPr>
          <a:xfrm>
            <a:off x="3896713" y="1532447"/>
            <a:ext cx="3751591" cy="5173332"/>
          </a:xfrm>
          <a:prstGeom prst="rect">
            <a:avLst/>
          </a:prstGeom>
        </p:spPr>
      </p:pic>
      <p:pic>
        <p:nvPicPr>
          <p:cNvPr id="6" name="Picture 5">
            <a:extLst>
              <a:ext uri="{FF2B5EF4-FFF2-40B4-BE49-F238E27FC236}">
                <a16:creationId xmlns:a16="http://schemas.microsoft.com/office/drawing/2014/main" id="{0533D0AC-FF4E-278C-08EF-65EC7B5AC12E}"/>
              </a:ext>
            </a:extLst>
          </p:cNvPr>
          <p:cNvPicPr>
            <a:picLocks noChangeAspect="1"/>
          </p:cNvPicPr>
          <p:nvPr/>
        </p:nvPicPr>
        <p:blipFill>
          <a:blip r:embed="rId4"/>
          <a:stretch>
            <a:fillRect/>
          </a:stretch>
        </p:blipFill>
        <p:spPr>
          <a:xfrm>
            <a:off x="7699614" y="2681646"/>
            <a:ext cx="4398393" cy="3694443"/>
          </a:xfrm>
          <a:prstGeom prst="rect">
            <a:avLst/>
          </a:prstGeom>
        </p:spPr>
      </p:pic>
      <p:sp>
        <p:nvSpPr>
          <p:cNvPr id="7" name="Slide Number Placeholder 6">
            <a:extLst>
              <a:ext uri="{FF2B5EF4-FFF2-40B4-BE49-F238E27FC236}">
                <a16:creationId xmlns:a16="http://schemas.microsoft.com/office/drawing/2014/main" id="{09D5BA8F-17CC-35EF-9A84-4451F0F6367F}"/>
              </a:ext>
            </a:extLst>
          </p:cNvPr>
          <p:cNvSpPr>
            <a:spLocks noGrp="1"/>
          </p:cNvSpPr>
          <p:nvPr>
            <p:ph type="sldNum" sz="quarter" idx="12"/>
          </p:nvPr>
        </p:nvSpPr>
        <p:spPr/>
        <p:txBody>
          <a:bodyPr/>
          <a:lstStyle/>
          <a:p>
            <a:fld id="{70E31D9B-E209-4D28-8896-A1468C1F448E}" type="slidenum">
              <a:rPr lang="fr-FR" smtClean="0"/>
              <a:t>14</a:t>
            </a:fld>
            <a:endParaRPr lang="fr-FR"/>
          </a:p>
        </p:txBody>
      </p:sp>
      <p:sp>
        <p:nvSpPr>
          <p:cNvPr id="9" name="Rectangle 8">
            <a:extLst>
              <a:ext uri="{FF2B5EF4-FFF2-40B4-BE49-F238E27FC236}">
                <a16:creationId xmlns:a16="http://schemas.microsoft.com/office/drawing/2014/main" id="{E481A215-94BF-96D1-9C28-779834789635}"/>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DAB10ED1-F837-4373-F136-462B2CC5FAC9}"/>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5617575"/>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20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DFB26-F656-2075-6C64-11673F908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AA658F-CC7B-96A1-D2E5-6091CF5E54D5}"/>
              </a:ext>
            </a:extLst>
          </p:cNvPr>
          <p:cNvSpPr>
            <a:spLocks noGrp="1"/>
          </p:cNvSpPr>
          <p:nvPr>
            <p:ph type="title"/>
          </p:nvPr>
        </p:nvSpPr>
        <p:spPr/>
        <p:txBody>
          <a:bodyPr/>
          <a:lstStyle/>
          <a:p>
            <a:r>
              <a:rPr lang="en-US"/>
              <a:t>Functional scope</a:t>
            </a:r>
          </a:p>
        </p:txBody>
      </p:sp>
      <p:pic>
        <p:nvPicPr>
          <p:cNvPr id="13" name="Picture 2" descr="Cible de fléchettes - Icônes formes et symboles gratuites">
            <a:extLst>
              <a:ext uri="{FF2B5EF4-FFF2-40B4-BE49-F238E27FC236}">
                <a16:creationId xmlns:a16="http://schemas.microsoft.com/office/drawing/2014/main" id="{6DDDF670-6FD3-CCD8-812A-90A4A99E70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684" y="1516784"/>
            <a:ext cx="4976091" cy="4976091"/>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904AB0BF-7B68-0D11-D32F-C2D6AD61852C}"/>
              </a:ext>
            </a:extLst>
          </p:cNvPr>
          <p:cNvSpPr/>
          <p:nvPr/>
        </p:nvSpPr>
        <p:spPr>
          <a:xfrm>
            <a:off x="5374559" y="3732847"/>
            <a:ext cx="478076" cy="478076"/>
          </a:xfrm>
          <a:prstGeom prst="ellipse">
            <a:avLst/>
          </a:prstGeom>
          <a:ln>
            <a:solidFill>
              <a:srgbClr val="00B05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00B050"/>
                </a:solidFill>
              </a:rPr>
              <a:t>1</a:t>
            </a:r>
          </a:p>
        </p:txBody>
      </p:sp>
      <p:sp>
        <p:nvSpPr>
          <p:cNvPr id="15" name="Oval 14">
            <a:extLst>
              <a:ext uri="{FF2B5EF4-FFF2-40B4-BE49-F238E27FC236}">
                <a16:creationId xmlns:a16="http://schemas.microsoft.com/office/drawing/2014/main" id="{72FB5B32-446E-67B8-C5F2-AFE5D2E71643}"/>
              </a:ext>
            </a:extLst>
          </p:cNvPr>
          <p:cNvSpPr/>
          <p:nvPr/>
        </p:nvSpPr>
        <p:spPr>
          <a:xfrm>
            <a:off x="5668691" y="2776694"/>
            <a:ext cx="478076" cy="478076"/>
          </a:xfrm>
          <a:prstGeom prst="ellipse">
            <a:avLst/>
          </a:prstGeom>
          <a:ln>
            <a:solidFill>
              <a:srgbClr val="00B05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00B050"/>
                </a:solidFill>
              </a:rPr>
              <a:t>3</a:t>
            </a:r>
          </a:p>
        </p:txBody>
      </p:sp>
      <p:sp>
        <p:nvSpPr>
          <p:cNvPr id="16" name="Oval 15">
            <a:extLst>
              <a:ext uri="{FF2B5EF4-FFF2-40B4-BE49-F238E27FC236}">
                <a16:creationId xmlns:a16="http://schemas.microsoft.com/office/drawing/2014/main" id="{F524B1DC-80E9-50D7-AE8F-054644E53CF6}"/>
              </a:ext>
            </a:extLst>
          </p:cNvPr>
          <p:cNvSpPr/>
          <p:nvPr/>
        </p:nvSpPr>
        <p:spPr>
          <a:xfrm>
            <a:off x="5362102" y="2229684"/>
            <a:ext cx="478076" cy="478076"/>
          </a:xfrm>
          <a:prstGeom prst="ellipse">
            <a:avLst/>
          </a:prstGeom>
          <a:ln>
            <a:solidFill>
              <a:srgbClr val="FF000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FF0000"/>
                </a:solidFill>
              </a:rPr>
              <a:t>4</a:t>
            </a:r>
          </a:p>
        </p:txBody>
      </p:sp>
      <p:sp>
        <p:nvSpPr>
          <p:cNvPr id="17" name="Oval 16">
            <a:extLst>
              <a:ext uri="{FF2B5EF4-FFF2-40B4-BE49-F238E27FC236}">
                <a16:creationId xmlns:a16="http://schemas.microsoft.com/office/drawing/2014/main" id="{8F5331E1-2CD2-E70F-6174-CA1FF619281E}"/>
              </a:ext>
            </a:extLst>
          </p:cNvPr>
          <p:cNvSpPr/>
          <p:nvPr/>
        </p:nvSpPr>
        <p:spPr>
          <a:xfrm>
            <a:off x="5979592" y="2233691"/>
            <a:ext cx="478076" cy="478076"/>
          </a:xfrm>
          <a:prstGeom prst="ellipse">
            <a:avLst/>
          </a:prstGeom>
          <a:ln>
            <a:solidFill>
              <a:srgbClr val="FF000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FF0000"/>
                </a:solidFill>
              </a:rPr>
              <a:t>5</a:t>
            </a:r>
          </a:p>
        </p:txBody>
      </p:sp>
      <p:sp>
        <p:nvSpPr>
          <p:cNvPr id="18" name="Oval 17">
            <a:extLst>
              <a:ext uri="{FF2B5EF4-FFF2-40B4-BE49-F238E27FC236}">
                <a16:creationId xmlns:a16="http://schemas.microsoft.com/office/drawing/2014/main" id="{0AC8561D-C157-1571-D35C-04ED8DFB378B}"/>
              </a:ext>
            </a:extLst>
          </p:cNvPr>
          <p:cNvSpPr/>
          <p:nvPr/>
        </p:nvSpPr>
        <p:spPr>
          <a:xfrm>
            <a:off x="5668691" y="1612351"/>
            <a:ext cx="478076" cy="478076"/>
          </a:xfrm>
          <a:prstGeom prst="ellipse">
            <a:avLst/>
          </a:prstGeom>
          <a:ln>
            <a:solidFill>
              <a:srgbClr val="FF000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FF0000"/>
                </a:solidFill>
              </a:rPr>
              <a:t>6</a:t>
            </a:r>
          </a:p>
        </p:txBody>
      </p:sp>
      <p:sp>
        <p:nvSpPr>
          <p:cNvPr id="19" name="Oval 18">
            <a:extLst>
              <a:ext uri="{FF2B5EF4-FFF2-40B4-BE49-F238E27FC236}">
                <a16:creationId xmlns:a16="http://schemas.microsoft.com/office/drawing/2014/main" id="{D9AE2630-C73B-E3A2-9880-AAC99281F545}"/>
              </a:ext>
            </a:extLst>
          </p:cNvPr>
          <p:cNvSpPr/>
          <p:nvPr/>
        </p:nvSpPr>
        <p:spPr>
          <a:xfrm>
            <a:off x="5907730" y="3732847"/>
            <a:ext cx="478076" cy="478076"/>
          </a:xfrm>
          <a:prstGeom prst="ellipse">
            <a:avLst/>
          </a:prstGeom>
          <a:ln>
            <a:solidFill>
              <a:srgbClr val="00B05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00B050"/>
                </a:solidFill>
              </a:rPr>
              <a:t>2</a:t>
            </a:r>
          </a:p>
        </p:txBody>
      </p:sp>
      <p:sp>
        <p:nvSpPr>
          <p:cNvPr id="22" name="Rectangle 21">
            <a:extLst>
              <a:ext uri="{FF2B5EF4-FFF2-40B4-BE49-F238E27FC236}">
                <a16:creationId xmlns:a16="http://schemas.microsoft.com/office/drawing/2014/main" id="{22895FC6-A632-4BCB-807D-CE25D63B1DC9}"/>
              </a:ext>
            </a:extLst>
          </p:cNvPr>
          <p:cNvSpPr/>
          <p:nvPr/>
        </p:nvSpPr>
        <p:spPr>
          <a:xfrm>
            <a:off x="268864" y="5625953"/>
            <a:ext cx="2699658" cy="435428"/>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00B050"/>
                </a:solidFill>
              </a:rPr>
              <a:t>Fix applicant registration</a:t>
            </a:r>
          </a:p>
        </p:txBody>
      </p:sp>
      <p:sp>
        <p:nvSpPr>
          <p:cNvPr id="30" name="Rectangle 29">
            <a:extLst>
              <a:ext uri="{FF2B5EF4-FFF2-40B4-BE49-F238E27FC236}">
                <a16:creationId xmlns:a16="http://schemas.microsoft.com/office/drawing/2014/main" id="{527D41D3-DCAF-A7EF-C96F-B78150D56368}"/>
              </a:ext>
            </a:extLst>
          </p:cNvPr>
          <p:cNvSpPr/>
          <p:nvPr/>
        </p:nvSpPr>
        <p:spPr>
          <a:xfrm>
            <a:off x="9030553" y="5625953"/>
            <a:ext cx="2323116" cy="435428"/>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err="1">
                <a:solidFill>
                  <a:srgbClr val="00B050"/>
                </a:solidFill>
              </a:rPr>
              <a:t>Simplified</a:t>
            </a:r>
            <a:r>
              <a:rPr lang="fr-FR">
                <a:solidFill>
                  <a:srgbClr val="00B050"/>
                </a:solidFill>
              </a:rPr>
              <a:t> </a:t>
            </a:r>
            <a:r>
              <a:rPr lang="fr-FR" err="1">
                <a:solidFill>
                  <a:srgbClr val="00B050"/>
                </a:solidFill>
              </a:rPr>
              <a:t>matching</a:t>
            </a:r>
            <a:endParaRPr lang="fr-FR">
              <a:solidFill>
                <a:srgbClr val="00B050"/>
              </a:solidFill>
            </a:endParaRPr>
          </a:p>
        </p:txBody>
      </p:sp>
      <p:sp>
        <p:nvSpPr>
          <p:cNvPr id="35" name="Rectangle 34">
            <a:extLst>
              <a:ext uri="{FF2B5EF4-FFF2-40B4-BE49-F238E27FC236}">
                <a16:creationId xmlns:a16="http://schemas.microsoft.com/office/drawing/2014/main" id="{1B1D4840-3CBF-4184-2177-9178688C92EF}"/>
              </a:ext>
            </a:extLst>
          </p:cNvPr>
          <p:cNvSpPr/>
          <p:nvPr/>
        </p:nvSpPr>
        <p:spPr>
          <a:xfrm>
            <a:off x="652115" y="3923194"/>
            <a:ext cx="1435434" cy="435428"/>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00B050"/>
                </a:solidFill>
              </a:rPr>
              <a:t>Fix job </a:t>
            </a:r>
            <a:r>
              <a:rPr lang="fr-FR" err="1">
                <a:solidFill>
                  <a:srgbClr val="00B050"/>
                </a:solidFill>
              </a:rPr>
              <a:t>form</a:t>
            </a:r>
            <a:endParaRPr lang="fr-FR">
              <a:solidFill>
                <a:srgbClr val="00B050"/>
              </a:solidFill>
            </a:endParaRPr>
          </a:p>
        </p:txBody>
      </p:sp>
      <p:sp>
        <p:nvSpPr>
          <p:cNvPr id="36" name="Rectangle 35">
            <a:extLst>
              <a:ext uri="{FF2B5EF4-FFF2-40B4-BE49-F238E27FC236}">
                <a16:creationId xmlns:a16="http://schemas.microsoft.com/office/drawing/2014/main" id="{72405A9E-5AB5-C093-575F-EF69E15EA712}"/>
              </a:ext>
            </a:extLst>
          </p:cNvPr>
          <p:cNvSpPr/>
          <p:nvPr/>
        </p:nvSpPr>
        <p:spPr>
          <a:xfrm>
            <a:off x="131748" y="2233691"/>
            <a:ext cx="2230452" cy="435428"/>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a:solidFill>
                  <a:srgbClr val="FF0000"/>
                </a:solidFill>
              </a:rPr>
              <a:t>Advanced </a:t>
            </a:r>
            <a:r>
              <a:rPr lang="fr-FR" err="1">
                <a:solidFill>
                  <a:srgbClr val="FF0000"/>
                </a:solidFill>
              </a:rPr>
              <a:t>matching</a:t>
            </a:r>
            <a:endParaRPr lang="fr-FR">
              <a:solidFill>
                <a:srgbClr val="FF0000"/>
              </a:solidFill>
            </a:endParaRPr>
          </a:p>
        </p:txBody>
      </p:sp>
      <p:sp>
        <p:nvSpPr>
          <p:cNvPr id="37" name="Rectangle 36">
            <a:extLst>
              <a:ext uri="{FF2B5EF4-FFF2-40B4-BE49-F238E27FC236}">
                <a16:creationId xmlns:a16="http://schemas.microsoft.com/office/drawing/2014/main" id="{8DEA1C7F-71A4-2843-7CC2-C6BB293FEA31}"/>
              </a:ext>
            </a:extLst>
          </p:cNvPr>
          <p:cNvSpPr/>
          <p:nvPr/>
        </p:nvSpPr>
        <p:spPr>
          <a:xfrm>
            <a:off x="9725704" y="3529448"/>
            <a:ext cx="1628096" cy="435428"/>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r>
              <a:rPr lang="fr-FR" err="1">
                <a:solidFill>
                  <a:srgbClr val="FF0000"/>
                </a:solidFill>
              </a:rPr>
              <a:t>Career</a:t>
            </a:r>
            <a:r>
              <a:rPr lang="fr-FR">
                <a:solidFill>
                  <a:srgbClr val="FF0000"/>
                </a:solidFill>
              </a:rPr>
              <a:t> </a:t>
            </a:r>
            <a:r>
              <a:rPr lang="fr-FR" err="1">
                <a:solidFill>
                  <a:srgbClr val="FF0000"/>
                </a:solidFill>
              </a:rPr>
              <a:t>path</a:t>
            </a:r>
            <a:endParaRPr lang="fr-FR">
              <a:solidFill>
                <a:srgbClr val="FF0000"/>
              </a:solidFill>
            </a:endParaRPr>
          </a:p>
        </p:txBody>
      </p:sp>
      <p:sp>
        <p:nvSpPr>
          <p:cNvPr id="38" name="Rectangle 37">
            <a:extLst>
              <a:ext uri="{FF2B5EF4-FFF2-40B4-BE49-F238E27FC236}">
                <a16:creationId xmlns:a16="http://schemas.microsoft.com/office/drawing/2014/main" id="{F91FD7DC-C511-A7F7-DCA0-7EA59A4D03CB}"/>
              </a:ext>
            </a:extLst>
          </p:cNvPr>
          <p:cNvSpPr/>
          <p:nvPr/>
        </p:nvSpPr>
        <p:spPr>
          <a:xfrm>
            <a:off x="9515594" y="1415961"/>
            <a:ext cx="1461665" cy="435428"/>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fr-FR">
                <a:solidFill>
                  <a:srgbClr val="FF0000"/>
                </a:solidFill>
              </a:rPr>
              <a:t>Support</a:t>
            </a:r>
          </a:p>
        </p:txBody>
      </p:sp>
      <p:cxnSp>
        <p:nvCxnSpPr>
          <p:cNvPr id="59" name="Straight Arrow Connector 58">
            <a:extLst>
              <a:ext uri="{FF2B5EF4-FFF2-40B4-BE49-F238E27FC236}">
                <a16:creationId xmlns:a16="http://schemas.microsoft.com/office/drawing/2014/main" id="{337AF6C4-3830-38A0-ED35-48DA7C3849F3}"/>
              </a:ext>
            </a:extLst>
          </p:cNvPr>
          <p:cNvCxnSpPr>
            <a:stCxn id="18" idx="6"/>
            <a:endCxn id="38" idx="1"/>
          </p:cNvCxnSpPr>
          <p:nvPr/>
        </p:nvCxnSpPr>
        <p:spPr>
          <a:xfrm flipV="1">
            <a:off x="6146767" y="1633675"/>
            <a:ext cx="3368827" cy="21771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1A9BB960-3104-89CB-D0E4-9E590D80FD13}"/>
              </a:ext>
            </a:extLst>
          </p:cNvPr>
          <p:cNvCxnSpPr>
            <a:cxnSpLocks/>
            <a:stCxn id="17" idx="6"/>
            <a:endCxn id="37" idx="1"/>
          </p:cNvCxnSpPr>
          <p:nvPr/>
        </p:nvCxnSpPr>
        <p:spPr>
          <a:xfrm>
            <a:off x="6457668" y="2472729"/>
            <a:ext cx="3268036" cy="127443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7BF5709C-1B5E-FD7B-D765-6182EF0E22A3}"/>
              </a:ext>
            </a:extLst>
          </p:cNvPr>
          <p:cNvCxnSpPr>
            <a:cxnSpLocks/>
            <a:stCxn id="15" idx="2"/>
            <a:endCxn id="35" idx="3"/>
          </p:cNvCxnSpPr>
          <p:nvPr/>
        </p:nvCxnSpPr>
        <p:spPr>
          <a:xfrm flipH="1">
            <a:off x="2087549" y="3015732"/>
            <a:ext cx="3581142" cy="1125176"/>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1E36F81D-A530-ACD5-1278-1FF4C861B700}"/>
              </a:ext>
            </a:extLst>
          </p:cNvPr>
          <p:cNvCxnSpPr>
            <a:cxnSpLocks/>
            <a:stCxn id="16" idx="2"/>
            <a:endCxn id="36" idx="3"/>
          </p:cNvCxnSpPr>
          <p:nvPr/>
        </p:nvCxnSpPr>
        <p:spPr>
          <a:xfrm flipH="1" flipV="1">
            <a:off x="2362200" y="2451405"/>
            <a:ext cx="2999902" cy="1731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146CE9A2-7027-E313-FBA0-AAFC10784040}"/>
              </a:ext>
            </a:extLst>
          </p:cNvPr>
          <p:cNvCxnSpPr>
            <a:cxnSpLocks/>
            <a:stCxn id="14" idx="3"/>
            <a:endCxn id="22" idx="0"/>
          </p:cNvCxnSpPr>
          <p:nvPr/>
        </p:nvCxnSpPr>
        <p:spPr>
          <a:xfrm flipH="1">
            <a:off x="1618693" y="4140910"/>
            <a:ext cx="3825879" cy="148504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0C722345-229C-215D-9FED-6D3DB083619A}"/>
              </a:ext>
            </a:extLst>
          </p:cNvPr>
          <p:cNvCxnSpPr>
            <a:cxnSpLocks/>
            <a:stCxn id="19" idx="5"/>
            <a:endCxn id="30" idx="0"/>
          </p:cNvCxnSpPr>
          <p:nvPr/>
        </p:nvCxnSpPr>
        <p:spPr>
          <a:xfrm>
            <a:off x="6315793" y="4140910"/>
            <a:ext cx="3876318" cy="148504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5" name="Slide Number Placeholder 74">
            <a:extLst>
              <a:ext uri="{FF2B5EF4-FFF2-40B4-BE49-F238E27FC236}">
                <a16:creationId xmlns:a16="http://schemas.microsoft.com/office/drawing/2014/main" id="{704B25B7-454D-91B2-5963-B947FF7F1AD6}"/>
              </a:ext>
            </a:extLst>
          </p:cNvPr>
          <p:cNvSpPr>
            <a:spLocks noGrp="1"/>
          </p:cNvSpPr>
          <p:nvPr>
            <p:ph type="sldNum" sz="quarter" idx="12"/>
          </p:nvPr>
        </p:nvSpPr>
        <p:spPr/>
        <p:txBody>
          <a:bodyPr/>
          <a:lstStyle/>
          <a:p>
            <a:fld id="{70E31D9B-E209-4D28-8896-A1468C1F448E}" type="slidenum">
              <a:rPr lang="fr-FR" smtClean="0"/>
              <a:t>15</a:t>
            </a:fld>
            <a:endParaRPr lang="fr-FR"/>
          </a:p>
        </p:txBody>
      </p:sp>
      <p:sp>
        <p:nvSpPr>
          <p:cNvPr id="4" name="Rectangle 3">
            <a:extLst>
              <a:ext uri="{FF2B5EF4-FFF2-40B4-BE49-F238E27FC236}">
                <a16:creationId xmlns:a16="http://schemas.microsoft.com/office/drawing/2014/main" id="{0A97A4C3-7C11-1F9D-CFCC-7687D461F53B}"/>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25AAA82-A52C-B351-0587-858325FC0AD2}"/>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43370218"/>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D0A6-0A4A-5C2B-E43D-DEBE14620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827BB-AD73-BDB1-1440-CC9D8A390AC7}"/>
              </a:ext>
            </a:extLst>
          </p:cNvPr>
          <p:cNvSpPr>
            <a:spLocks noGrp="1"/>
          </p:cNvSpPr>
          <p:nvPr>
            <p:ph type="title"/>
          </p:nvPr>
        </p:nvSpPr>
        <p:spPr/>
        <p:txBody>
          <a:bodyPr/>
          <a:lstStyle/>
          <a:p>
            <a:r>
              <a:rPr lang="fr-FR" err="1"/>
              <a:t>What</a:t>
            </a:r>
            <a:r>
              <a:rPr lang="fr-FR"/>
              <a:t> </a:t>
            </a:r>
            <a:r>
              <a:rPr lang="fr-FR" err="1"/>
              <a:t>we</a:t>
            </a:r>
            <a:r>
              <a:rPr lang="fr-FR"/>
              <a:t> </a:t>
            </a:r>
            <a:r>
              <a:rPr lang="fr-FR" err="1"/>
              <a:t>learned</a:t>
            </a:r>
            <a:endParaRPr lang="fr-FR"/>
          </a:p>
        </p:txBody>
      </p:sp>
      <p:sp>
        <p:nvSpPr>
          <p:cNvPr id="4" name="Slide Number Placeholder 3">
            <a:extLst>
              <a:ext uri="{FF2B5EF4-FFF2-40B4-BE49-F238E27FC236}">
                <a16:creationId xmlns:a16="http://schemas.microsoft.com/office/drawing/2014/main" id="{3D8D1447-1267-1D95-C780-3BD163768B76}"/>
              </a:ext>
            </a:extLst>
          </p:cNvPr>
          <p:cNvSpPr>
            <a:spLocks noGrp="1"/>
          </p:cNvSpPr>
          <p:nvPr>
            <p:ph type="sldNum" sz="quarter" idx="12"/>
          </p:nvPr>
        </p:nvSpPr>
        <p:spPr/>
        <p:txBody>
          <a:bodyPr/>
          <a:lstStyle/>
          <a:p>
            <a:fld id="{70E31D9B-E209-4D28-8896-A1468C1F448E}" type="slidenum">
              <a:rPr lang="fr-FR" smtClean="0"/>
              <a:t>16</a:t>
            </a:fld>
            <a:endParaRPr lang="fr-FR"/>
          </a:p>
        </p:txBody>
      </p:sp>
      <p:sp>
        <p:nvSpPr>
          <p:cNvPr id="6" name="Rectangle 5">
            <a:extLst>
              <a:ext uri="{FF2B5EF4-FFF2-40B4-BE49-F238E27FC236}">
                <a16:creationId xmlns:a16="http://schemas.microsoft.com/office/drawing/2014/main" id="{128CAF17-AAD4-54CD-5A95-1F3DC488C0AE}"/>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8769394C-B161-C808-6B28-5F390975E567}"/>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79B2390-1429-9FFA-A3C7-C13823591B00}"/>
              </a:ext>
            </a:extLst>
          </p:cNvPr>
          <p:cNvPicPr>
            <a:picLocks noChangeAspect="1"/>
          </p:cNvPicPr>
          <p:nvPr/>
        </p:nvPicPr>
        <p:blipFill>
          <a:blip r:embed="rId3"/>
          <a:srcRect l="-49" r="87" b="19333"/>
          <a:stretch>
            <a:fillRect/>
          </a:stretch>
        </p:blipFill>
        <p:spPr>
          <a:xfrm>
            <a:off x="408868" y="1380586"/>
            <a:ext cx="11302390" cy="3734755"/>
          </a:xfrm>
          <a:prstGeom prst="rect">
            <a:avLst/>
          </a:prstGeom>
        </p:spPr>
      </p:pic>
      <p:sp>
        <p:nvSpPr>
          <p:cNvPr id="9" name="TextBox 8">
            <a:extLst>
              <a:ext uri="{FF2B5EF4-FFF2-40B4-BE49-F238E27FC236}">
                <a16:creationId xmlns:a16="http://schemas.microsoft.com/office/drawing/2014/main" id="{8C2A62DE-5805-6585-A3BF-96F93CB02054}"/>
              </a:ext>
            </a:extLst>
          </p:cNvPr>
          <p:cNvSpPr txBox="1"/>
          <p:nvPr/>
        </p:nvSpPr>
        <p:spPr>
          <a:xfrm>
            <a:off x="480489" y="5434281"/>
            <a:ext cx="3760682"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a:t>Context over keywords</a:t>
            </a:r>
          </a:p>
        </p:txBody>
      </p:sp>
      <p:sp>
        <p:nvSpPr>
          <p:cNvPr id="10" name="TextBox 9">
            <a:extLst>
              <a:ext uri="{FF2B5EF4-FFF2-40B4-BE49-F238E27FC236}">
                <a16:creationId xmlns:a16="http://schemas.microsoft.com/office/drawing/2014/main" id="{BF20C9AE-767B-DA4E-AE21-AA95DE19B40A}"/>
              </a:ext>
            </a:extLst>
          </p:cNvPr>
          <p:cNvSpPr txBox="1"/>
          <p:nvPr/>
        </p:nvSpPr>
        <p:spPr>
          <a:xfrm>
            <a:off x="4664299" y="5261752"/>
            <a:ext cx="279740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600" b="1"/>
              <a:t>Applicants need </a:t>
            </a:r>
            <a:endParaRPr lang="en-US"/>
          </a:p>
          <a:p>
            <a:pPr algn="ctr"/>
            <a:r>
              <a:rPr lang="en-US" sz="2600" b="1"/>
              <a:t>transparency</a:t>
            </a:r>
            <a:endParaRPr lang="en-US"/>
          </a:p>
        </p:txBody>
      </p:sp>
      <p:sp>
        <p:nvSpPr>
          <p:cNvPr id="11" name="TextBox 10">
            <a:extLst>
              <a:ext uri="{FF2B5EF4-FFF2-40B4-BE49-F238E27FC236}">
                <a16:creationId xmlns:a16="http://schemas.microsoft.com/office/drawing/2014/main" id="{A8596E0F-F5F0-DEBD-E9B2-309DE8ACC7C0}"/>
              </a:ext>
            </a:extLst>
          </p:cNvPr>
          <p:cNvSpPr txBox="1"/>
          <p:nvPr/>
        </p:nvSpPr>
        <p:spPr>
          <a:xfrm>
            <a:off x="7827318" y="5319261"/>
            <a:ext cx="4019473"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600" b="1"/>
              <a:t>Recruiter look for confidence, not volume</a:t>
            </a:r>
          </a:p>
        </p:txBody>
      </p:sp>
    </p:spTree>
    <p:extLst>
      <p:ext uri="{BB962C8B-B14F-4D97-AF65-F5344CB8AC3E}">
        <p14:creationId xmlns:p14="http://schemas.microsoft.com/office/powerpoint/2010/main" val="1470006220"/>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2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8B37-7E08-D4CA-EAEC-4C4D5BDDD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8E407-7B48-2BA0-1604-EBCD304DE103}"/>
              </a:ext>
            </a:extLst>
          </p:cNvPr>
          <p:cNvSpPr>
            <a:spLocks noGrp="1"/>
          </p:cNvSpPr>
          <p:nvPr>
            <p:ph type="title"/>
          </p:nvPr>
        </p:nvSpPr>
        <p:spPr/>
        <p:txBody>
          <a:bodyPr/>
          <a:lstStyle/>
          <a:p>
            <a:r>
              <a:rPr lang="fr-FR"/>
              <a:t>User impact</a:t>
            </a:r>
          </a:p>
        </p:txBody>
      </p:sp>
      <p:sp>
        <p:nvSpPr>
          <p:cNvPr id="4" name="Slide Number Placeholder 3">
            <a:extLst>
              <a:ext uri="{FF2B5EF4-FFF2-40B4-BE49-F238E27FC236}">
                <a16:creationId xmlns:a16="http://schemas.microsoft.com/office/drawing/2014/main" id="{47163F02-BD2D-C77A-00DC-60DF38AE9ED0}"/>
              </a:ext>
            </a:extLst>
          </p:cNvPr>
          <p:cNvSpPr>
            <a:spLocks noGrp="1"/>
          </p:cNvSpPr>
          <p:nvPr>
            <p:ph type="sldNum" sz="quarter" idx="12"/>
          </p:nvPr>
        </p:nvSpPr>
        <p:spPr/>
        <p:txBody>
          <a:bodyPr/>
          <a:lstStyle/>
          <a:p>
            <a:fld id="{70E31D9B-E209-4D28-8896-A1468C1F448E}" type="slidenum">
              <a:rPr lang="fr-FR" smtClean="0"/>
              <a:t>17</a:t>
            </a:fld>
            <a:endParaRPr lang="fr-FR"/>
          </a:p>
        </p:txBody>
      </p:sp>
      <p:pic>
        <p:nvPicPr>
          <p:cNvPr id="5" name="Picture 4">
            <a:extLst>
              <a:ext uri="{FF2B5EF4-FFF2-40B4-BE49-F238E27FC236}">
                <a16:creationId xmlns:a16="http://schemas.microsoft.com/office/drawing/2014/main" id="{985BFD97-3F5B-512A-9E2B-DA1FAFE84526}"/>
              </a:ext>
            </a:extLst>
          </p:cNvPr>
          <p:cNvPicPr>
            <a:picLocks noChangeAspect="1"/>
          </p:cNvPicPr>
          <p:nvPr/>
        </p:nvPicPr>
        <p:blipFill>
          <a:blip r:embed="rId3"/>
          <a:srcRect l="37308" t="30042" r="36954" b="29202"/>
          <a:stretch>
            <a:fillRect/>
          </a:stretch>
        </p:blipFill>
        <p:spPr>
          <a:xfrm>
            <a:off x="3464945" y="1279586"/>
            <a:ext cx="5265825" cy="4635376"/>
          </a:xfrm>
          <a:prstGeom prst="rect">
            <a:avLst/>
          </a:prstGeom>
        </p:spPr>
      </p:pic>
      <p:sp>
        <p:nvSpPr>
          <p:cNvPr id="8" name="TextBox 7">
            <a:extLst>
              <a:ext uri="{FF2B5EF4-FFF2-40B4-BE49-F238E27FC236}">
                <a16:creationId xmlns:a16="http://schemas.microsoft.com/office/drawing/2014/main" id="{4C7C242B-67CA-EA44-B262-FA7C6D01AC7A}"/>
              </a:ext>
            </a:extLst>
          </p:cNvPr>
          <p:cNvSpPr txBox="1"/>
          <p:nvPr/>
        </p:nvSpPr>
        <p:spPr>
          <a:xfrm>
            <a:off x="3501439" y="5887415"/>
            <a:ext cx="17001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Applicant</a:t>
            </a:r>
          </a:p>
        </p:txBody>
      </p:sp>
      <p:sp>
        <p:nvSpPr>
          <p:cNvPr id="9" name="TextBox 8">
            <a:extLst>
              <a:ext uri="{FF2B5EF4-FFF2-40B4-BE49-F238E27FC236}">
                <a16:creationId xmlns:a16="http://schemas.microsoft.com/office/drawing/2014/main" id="{E5F8C13D-C128-0536-8F7F-688000DE0EC8}"/>
              </a:ext>
            </a:extLst>
          </p:cNvPr>
          <p:cNvSpPr txBox="1"/>
          <p:nvPr/>
        </p:nvSpPr>
        <p:spPr>
          <a:xfrm>
            <a:off x="7124533" y="5905775"/>
            <a:ext cx="14844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Recruiter</a:t>
            </a:r>
            <a:endParaRPr lang="en-US" err="1"/>
          </a:p>
        </p:txBody>
      </p:sp>
      <p:sp>
        <p:nvSpPr>
          <p:cNvPr id="10" name="TextBox 9">
            <a:extLst>
              <a:ext uri="{FF2B5EF4-FFF2-40B4-BE49-F238E27FC236}">
                <a16:creationId xmlns:a16="http://schemas.microsoft.com/office/drawing/2014/main" id="{D383990A-B0D1-4889-4847-8105580D163D}"/>
              </a:ext>
            </a:extLst>
          </p:cNvPr>
          <p:cNvSpPr txBox="1"/>
          <p:nvPr/>
        </p:nvSpPr>
        <p:spPr>
          <a:xfrm>
            <a:off x="424684" y="2038266"/>
            <a:ext cx="392860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rgbClr val="FF0000"/>
                </a:solidFill>
              </a:rPr>
              <a:t>Efficiency and speed ! </a:t>
            </a:r>
            <a:endParaRPr lang="en-US" sz="2800">
              <a:solidFill>
                <a:srgbClr val="FF0000"/>
              </a:solidFill>
            </a:endParaRPr>
          </a:p>
        </p:txBody>
      </p:sp>
      <p:sp>
        <p:nvSpPr>
          <p:cNvPr id="6" name="Rectangle 5">
            <a:extLst>
              <a:ext uri="{FF2B5EF4-FFF2-40B4-BE49-F238E27FC236}">
                <a16:creationId xmlns:a16="http://schemas.microsoft.com/office/drawing/2014/main" id="{D24DBCB0-A062-7296-1FE2-15D69C6C5247}"/>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4318838-38C4-183E-CCDD-73C01D4F12CD}"/>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96437291"/>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20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5761C-20A5-A789-C098-106F37B71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326D8-11C3-EADA-A2BC-6AEACAAC4924}"/>
              </a:ext>
            </a:extLst>
          </p:cNvPr>
          <p:cNvSpPr>
            <a:spLocks noGrp="1"/>
          </p:cNvSpPr>
          <p:nvPr>
            <p:ph type="title"/>
          </p:nvPr>
        </p:nvSpPr>
        <p:spPr/>
        <p:txBody>
          <a:bodyPr/>
          <a:lstStyle/>
          <a:p>
            <a:r>
              <a:rPr lang="fr-FR"/>
              <a:t>Business impact</a:t>
            </a:r>
          </a:p>
        </p:txBody>
      </p:sp>
      <p:sp>
        <p:nvSpPr>
          <p:cNvPr id="4" name="Slide Number Placeholder 3">
            <a:extLst>
              <a:ext uri="{FF2B5EF4-FFF2-40B4-BE49-F238E27FC236}">
                <a16:creationId xmlns:a16="http://schemas.microsoft.com/office/drawing/2014/main" id="{9BF27785-501D-DC89-E0D4-2B86605D192E}"/>
              </a:ext>
            </a:extLst>
          </p:cNvPr>
          <p:cNvSpPr>
            <a:spLocks noGrp="1"/>
          </p:cNvSpPr>
          <p:nvPr>
            <p:ph type="sldNum" sz="quarter" idx="12"/>
          </p:nvPr>
        </p:nvSpPr>
        <p:spPr/>
        <p:txBody>
          <a:bodyPr/>
          <a:lstStyle/>
          <a:p>
            <a:fld id="{70E31D9B-E209-4D28-8896-A1468C1F448E}" type="slidenum">
              <a:rPr lang="fr-FR" smtClean="0"/>
              <a:t>18</a:t>
            </a:fld>
            <a:endParaRPr lang="fr-FR"/>
          </a:p>
        </p:txBody>
      </p:sp>
      <p:grpSp>
        <p:nvGrpSpPr>
          <p:cNvPr id="12" name="Group 11">
            <a:extLst>
              <a:ext uri="{FF2B5EF4-FFF2-40B4-BE49-F238E27FC236}">
                <a16:creationId xmlns:a16="http://schemas.microsoft.com/office/drawing/2014/main" id="{D299CB12-61E8-2962-B9E0-AD3F6B3349C6}"/>
              </a:ext>
            </a:extLst>
          </p:cNvPr>
          <p:cNvGrpSpPr/>
          <p:nvPr/>
        </p:nvGrpSpPr>
        <p:grpSpPr>
          <a:xfrm>
            <a:off x="1639019" y="2214114"/>
            <a:ext cx="9458640" cy="2970135"/>
            <a:chOff x="1912189" y="2774831"/>
            <a:chExt cx="9458640" cy="2970135"/>
          </a:xfrm>
        </p:grpSpPr>
        <p:pic>
          <p:nvPicPr>
            <p:cNvPr id="6" name="Picture 5">
              <a:extLst>
                <a:ext uri="{FF2B5EF4-FFF2-40B4-BE49-F238E27FC236}">
                  <a16:creationId xmlns:a16="http://schemas.microsoft.com/office/drawing/2014/main" id="{106D1BF2-865C-6175-E8BB-50DBBBC4387E}"/>
                </a:ext>
              </a:extLst>
            </p:cNvPr>
            <p:cNvPicPr>
              <a:picLocks noChangeAspect="1"/>
            </p:cNvPicPr>
            <p:nvPr/>
          </p:nvPicPr>
          <p:blipFill>
            <a:blip r:embed="rId3"/>
            <a:srcRect l="36203" t="42647" r="36557" b="43198"/>
            <a:stretch>
              <a:fillRect/>
            </a:stretch>
          </p:blipFill>
          <p:spPr>
            <a:xfrm>
              <a:off x="1912189" y="2774831"/>
              <a:ext cx="8353264" cy="2437218"/>
            </a:xfrm>
            <a:prstGeom prst="rect">
              <a:avLst/>
            </a:prstGeom>
          </p:spPr>
        </p:pic>
        <p:sp>
          <p:nvSpPr>
            <p:cNvPr id="7" name="TextBox 6">
              <a:extLst>
                <a:ext uri="{FF2B5EF4-FFF2-40B4-BE49-F238E27FC236}">
                  <a16:creationId xmlns:a16="http://schemas.microsoft.com/office/drawing/2014/main" id="{120DA533-B27D-0193-687D-3001157A8E02}"/>
                </a:ext>
              </a:extLst>
            </p:cNvPr>
            <p:cNvSpPr txBox="1"/>
            <p:nvPr/>
          </p:nvSpPr>
          <p:spPr>
            <a:xfrm>
              <a:off x="2475670" y="5221746"/>
              <a:ext cx="17064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t>Adoption</a:t>
              </a:r>
            </a:p>
          </p:txBody>
        </p:sp>
        <p:sp>
          <p:nvSpPr>
            <p:cNvPr id="8" name="TextBox 7">
              <a:extLst>
                <a:ext uri="{FF2B5EF4-FFF2-40B4-BE49-F238E27FC236}">
                  <a16:creationId xmlns:a16="http://schemas.microsoft.com/office/drawing/2014/main" id="{2F99BB80-C982-6950-59A7-22A956827D07}"/>
                </a:ext>
              </a:extLst>
            </p:cNvPr>
            <p:cNvSpPr txBox="1"/>
            <p:nvPr/>
          </p:nvSpPr>
          <p:spPr>
            <a:xfrm>
              <a:off x="5351141" y="5221745"/>
              <a:ext cx="18214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t>Retention</a:t>
              </a:r>
            </a:p>
          </p:txBody>
        </p:sp>
        <p:sp>
          <p:nvSpPr>
            <p:cNvPr id="9" name="TextBox 8">
              <a:extLst>
                <a:ext uri="{FF2B5EF4-FFF2-40B4-BE49-F238E27FC236}">
                  <a16:creationId xmlns:a16="http://schemas.microsoft.com/office/drawing/2014/main" id="{5B401865-33AE-1923-533C-6C05AF60BE38}"/>
                </a:ext>
              </a:extLst>
            </p:cNvPr>
            <p:cNvSpPr txBox="1"/>
            <p:nvPr/>
          </p:nvSpPr>
          <p:spPr>
            <a:xfrm>
              <a:off x="7464614" y="5221744"/>
              <a:ext cx="390621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Employer satisfaction</a:t>
              </a:r>
            </a:p>
          </p:txBody>
        </p:sp>
      </p:grpSp>
      <p:sp>
        <p:nvSpPr>
          <p:cNvPr id="5" name="Rectangle 4">
            <a:extLst>
              <a:ext uri="{FF2B5EF4-FFF2-40B4-BE49-F238E27FC236}">
                <a16:creationId xmlns:a16="http://schemas.microsoft.com/office/drawing/2014/main" id="{1C1E92B2-1F61-9AE1-3254-D4C67FCD2573}"/>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92EFA03-5365-4CE0-6B78-8CC34B25B65F}"/>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60268144"/>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20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440F8-4ADC-B388-20DD-6A0B7908A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34459E-BC9F-BA40-2193-F50B197ECDB0}"/>
              </a:ext>
            </a:extLst>
          </p:cNvPr>
          <p:cNvSpPr>
            <a:spLocks noGrp="1"/>
          </p:cNvSpPr>
          <p:nvPr>
            <p:ph type="title"/>
          </p:nvPr>
        </p:nvSpPr>
        <p:spPr/>
        <p:txBody>
          <a:bodyPr/>
          <a:lstStyle/>
          <a:p>
            <a:r>
              <a:rPr lang="fr-FR" err="1"/>
              <a:t>What’s</a:t>
            </a:r>
            <a:r>
              <a:rPr lang="fr-FR"/>
              <a:t> </a:t>
            </a:r>
            <a:r>
              <a:rPr lang="fr-FR" err="1"/>
              <a:t>next</a:t>
            </a:r>
            <a:endParaRPr lang="fr-FR"/>
          </a:p>
        </p:txBody>
      </p:sp>
      <p:sp>
        <p:nvSpPr>
          <p:cNvPr id="4" name="Slide Number Placeholder 3">
            <a:extLst>
              <a:ext uri="{FF2B5EF4-FFF2-40B4-BE49-F238E27FC236}">
                <a16:creationId xmlns:a16="http://schemas.microsoft.com/office/drawing/2014/main" id="{94364FD3-2C00-E8F8-A2D1-7B1A8031F820}"/>
              </a:ext>
            </a:extLst>
          </p:cNvPr>
          <p:cNvSpPr>
            <a:spLocks noGrp="1"/>
          </p:cNvSpPr>
          <p:nvPr>
            <p:ph type="sldNum" sz="quarter" idx="12"/>
          </p:nvPr>
        </p:nvSpPr>
        <p:spPr/>
        <p:txBody>
          <a:bodyPr/>
          <a:lstStyle/>
          <a:p>
            <a:fld id="{70E31D9B-E209-4D28-8896-A1468C1F448E}" type="slidenum">
              <a:rPr lang="fr-FR" smtClean="0"/>
              <a:t>19</a:t>
            </a:fld>
            <a:endParaRPr lang="fr-FR"/>
          </a:p>
        </p:txBody>
      </p:sp>
      <p:pic>
        <p:nvPicPr>
          <p:cNvPr id="1026" name="Picture 2" descr="Artificial intelligence AI processor chip vector icon symbol for graphic  design, logo, website, social media, mobile app, UI illustration 10518719  Vector Art at Vecteezy">
            <a:extLst>
              <a:ext uri="{FF2B5EF4-FFF2-40B4-BE49-F238E27FC236}">
                <a16:creationId xmlns:a16="http://schemas.microsoft.com/office/drawing/2014/main" id="{7F793092-7E16-4FE8-EDE7-235BDF7ECC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2884" y="1940745"/>
            <a:ext cx="3026226" cy="302622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55DFFE-40AC-2FD7-C87F-F45BABCA87A1}"/>
              </a:ext>
            </a:extLst>
          </p:cNvPr>
          <p:cNvSpPr txBox="1"/>
          <p:nvPr/>
        </p:nvSpPr>
        <p:spPr>
          <a:xfrm>
            <a:off x="4582884" y="5174414"/>
            <a:ext cx="3026226" cy="830997"/>
          </a:xfrm>
          <a:prstGeom prst="rect">
            <a:avLst/>
          </a:prstGeom>
          <a:noFill/>
        </p:spPr>
        <p:txBody>
          <a:bodyPr wrap="square" lIns="91440" tIns="45720" rIns="91440" bIns="45720" anchor="t">
            <a:spAutoFit/>
          </a:bodyPr>
          <a:lstStyle/>
          <a:p>
            <a:pPr algn="ctr"/>
            <a:r>
              <a:rPr lang="fr-FR" sz="2400" err="1"/>
              <a:t>Complex</a:t>
            </a:r>
            <a:r>
              <a:rPr lang="fr-FR" sz="2400"/>
              <a:t> </a:t>
            </a:r>
            <a:r>
              <a:rPr lang="fr-FR" sz="2400" err="1"/>
              <a:t>matching</a:t>
            </a:r>
            <a:endParaRPr lang="fr-FR" sz="2400"/>
          </a:p>
          <a:p>
            <a:pPr algn="ctr"/>
            <a:r>
              <a:rPr lang="fr-FR" sz="2400" err="1"/>
              <a:t>applicants</a:t>
            </a:r>
            <a:r>
              <a:rPr lang="fr-FR" sz="2400"/>
              <a:t> </a:t>
            </a:r>
            <a:r>
              <a:rPr lang="fr-FR" sz="2400">
                <a:sym typeface="Wingdings" panose="05000000000000000000" pitchFamily="2" charset="2"/>
              </a:rPr>
              <a:t> jobs</a:t>
            </a:r>
            <a:endParaRPr lang="fr-FR" sz="2400"/>
          </a:p>
        </p:txBody>
      </p:sp>
      <p:sp>
        <p:nvSpPr>
          <p:cNvPr id="8" name="TextBox 7">
            <a:extLst>
              <a:ext uri="{FF2B5EF4-FFF2-40B4-BE49-F238E27FC236}">
                <a16:creationId xmlns:a16="http://schemas.microsoft.com/office/drawing/2014/main" id="{AB7FD5C1-12A6-2588-DF43-A9353D7BF928}"/>
              </a:ext>
            </a:extLst>
          </p:cNvPr>
          <p:cNvSpPr txBox="1"/>
          <p:nvPr/>
        </p:nvSpPr>
        <p:spPr>
          <a:xfrm>
            <a:off x="5334000" y="1271637"/>
            <a:ext cx="1300841" cy="461665"/>
          </a:xfrm>
          <a:prstGeom prst="rect">
            <a:avLst/>
          </a:prstGeom>
          <a:noFill/>
        </p:spPr>
        <p:txBody>
          <a:bodyPr wrap="square">
            <a:spAutoFit/>
          </a:bodyPr>
          <a:lstStyle/>
          <a:p>
            <a:pPr marL="0" indent="0">
              <a:buNone/>
            </a:pPr>
            <a:r>
              <a:rPr lang="fr-FR" sz="2400"/>
              <a:t>Support</a:t>
            </a:r>
          </a:p>
        </p:txBody>
      </p:sp>
      <p:sp>
        <p:nvSpPr>
          <p:cNvPr id="10" name="TextBox 9">
            <a:extLst>
              <a:ext uri="{FF2B5EF4-FFF2-40B4-BE49-F238E27FC236}">
                <a16:creationId xmlns:a16="http://schemas.microsoft.com/office/drawing/2014/main" id="{EDC1612B-CE3D-5385-9DAC-DDA9E9A85B01}"/>
              </a:ext>
            </a:extLst>
          </p:cNvPr>
          <p:cNvSpPr txBox="1"/>
          <p:nvPr/>
        </p:nvSpPr>
        <p:spPr>
          <a:xfrm>
            <a:off x="317825" y="3013501"/>
            <a:ext cx="4016828" cy="830997"/>
          </a:xfrm>
          <a:prstGeom prst="rect">
            <a:avLst/>
          </a:prstGeom>
          <a:noFill/>
        </p:spPr>
        <p:txBody>
          <a:bodyPr wrap="square" lIns="91440" tIns="45720" rIns="91440" bIns="45720" anchor="t">
            <a:spAutoFit/>
          </a:bodyPr>
          <a:lstStyle/>
          <a:p>
            <a:pPr algn="ctr"/>
            <a:r>
              <a:rPr lang="fr-FR" sz="2400"/>
              <a:t>Matching</a:t>
            </a:r>
          </a:p>
          <a:p>
            <a:pPr algn="ctr"/>
            <a:r>
              <a:rPr lang="fr-FR" sz="2400" err="1"/>
              <a:t>applicants</a:t>
            </a:r>
            <a:r>
              <a:rPr lang="fr-FR" sz="2400">
                <a:sym typeface="Wingdings" panose="05000000000000000000" pitchFamily="2" charset="2"/>
              </a:rPr>
              <a:t> courses</a:t>
            </a:r>
            <a:endParaRPr lang="fr-FR" sz="2400"/>
          </a:p>
        </p:txBody>
      </p:sp>
      <p:sp>
        <p:nvSpPr>
          <p:cNvPr id="12" name="TextBox 11">
            <a:extLst>
              <a:ext uri="{FF2B5EF4-FFF2-40B4-BE49-F238E27FC236}">
                <a16:creationId xmlns:a16="http://schemas.microsoft.com/office/drawing/2014/main" id="{9AA4237B-5169-D67C-AD76-D97CD9EFB082}"/>
              </a:ext>
            </a:extLst>
          </p:cNvPr>
          <p:cNvSpPr txBox="1"/>
          <p:nvPr/>
        </p:nvSpPr>
        <p:spPr>
          <a:xfrm>
            <a:off x="7857341" y="3244332"/>
            <a:ext cx="1809174" cy="461665"/>
          </a:xfrm>
          <a:prstGeom prst="rect">
            <a:avLst/>
          </a:prstGeom>
          <a:noFill/>
        </p:spPr>
        <p:txBody>
          <a:bodyPr wrap="square">
            <a:spAutoFit/>
          </a:bodyPr>
          <a:lstStyle/>
          <a:p>
            <a:r>
              <a:rPr lang="fr-FR" sz="2400" err="1"/>
              <a:t>Career</a:t>
            </a:r>
            <a:r>
              <a:rPr lang="fr-FR" sz="2400"/>
              <a:t> </a:t>
            </a:r>
            <a:r>
              <a:rPr lang="fr-FR" sz="2400" err="1"/>
              <a:t>path</a:t>
            </a:r>
            <a:endParaRPr lang="fr-FR" sz="2400"/>
          </a:p>
        </p:txBody>
      </p:sp>
      <p:sp>
        <p:nvSpPr>
          <p:cNvPr id="5" name="Rectangle 4">
            <a:extLst>
              <a:ext uri="{FF2B5EF4-FFF2-40B4-BE49-F238E27FC236}">
                <a16:creationId xmlns:a16="http://schemas.microsoft.com/office/drawing/2014/main" id="{E8350F6D-A344-5E94-CA9D-D7137FD12EC3}"/>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B37109A-A367-CF7B-835B-671BCAF7E828}"/>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37088333"/>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2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24B55-279A-7807-A4A4-FED2351A96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B5992B-1621-2193-255B-AEDAB0F43099}"/>
              </a:ext>
            </a:extLst>
          </p:cNvPr>
          <p:cNvSpPr>
            <a:spLocks noGrp="1"/>
          </p:cNvSpPr>
          <p:nvPr>
            <p:ph idx="1"/>
          </p:nvPr>
        </p:nvSpPr>
        <p:spPr>
          <a:xfrm>
            <a:off x="1383345" y="805771"/>
            <a:ext cx="9408544" cy="526961"/>
          </a:xfrm>
        </p:spPr>
        <p:txBody>
          <a:bodyPr vert="horz" lIns="91440" tIns="45720" rIns="91440" bIns="45720" rtlCol="0" anchor="t">
            <a:noAutofit/>
          </a:bodyPr>
          <a:lstStyle/>
          <a:p>
            <a:pPr marL="0" indent="0">
              <a:buNone/>
            </a:pPr>
            <a:r>
              <a:rPr lang="en-US" sz="3600" b="1">
                <a:ea typeface="+mn-lt"/>
                <a:cs typeface="+mn-lt"/>
              </a:rPr>
              <a:t>You bring the spark; we’ll handle the search.</a:t>
            </a:r>
            <a:endParaRPr lang="en-US" sz="3600" b="1"/>
          </a:p>
          <a:p>
            <a:pPr marL="0" indent="0">
              <a:buNone/>
            </a:pPr>
            <a:endParaRPr lang="en-US"/>
          </a:p>
        </p:txBody>
      </p:sp>
      <p:sp>
        <p:nvSpPr>
          <p:cNvPr id="4" name="Slide Number Placeholder 3">
            <a:extLst>
              <a:ext uri="{FF2B5EF4-FFF2-40B4-BE49-F238E27FC236}">
                <a16:creationId xmlns:a16="http://schemas.microsoft.com/office/drawing/2014/main" id="{21178C7B-CAD4-ADA4-56B2-150EF6F32023}"/>
              </a:ext>
            </a:extLst>
          </p:cNvPr>
          <p:cNvSpPr>
            <a:spLocks noGrp="1"/>
          </p:cNvSpPr>
          <p:nvPr>
            <p:ph type="sldNum" sz="quarter" idx="12"/>
          </p:nvPr>
        </p:nvSpPr>
        <p:spPr/>
        <p:txBody>
          <a:bodyPr/>
          <a:lstStyle/>
          <a:p>
            <a:fld id="{70E31D9B-E209-4D28-8896-A1468C1F448E}" type="slidenum">
              <a:rPr lang="fr-FR" smtClean="0"/>
              <a:t>20</a:t>
            </a:fld>
            <a:endParaRPr lang="fr-FR"/>
          </a:p>
        </p:txBody>
      </p:sp>
      <p:pic>
        <p:nvPicPr>
          <p:cNvPr id="5" name="Picture 4">
            <a:extLst>
              <a:ext uri="{FF2B5EF4-FFF2-40B4-BE49-F238E27FC236}">
                <a16:creationId xmlns:a16="http://schemas.microsoft.com/office/drawing/2014/main" id="{D7B3A408-1106-6AFB-B51C-996E4B7B870C}"/>
              </a:ext>
            </a:extLst>
          </p:cNvPr>
          <p:cNvPicPr>
            <a:picLocks noChangeAspect="1"/>
          </p:cNvPicPr>
          <p:nvPr/>
        </p:nvPicPr>
        <p:blipFill>
          <a:blip r:embed="rId2"/>
          <a:srcRect l="27345" t="18788" r="25515" b="16162"/>
          <a:stretch>
            <a:fillRect/>
          </a:stretch>
        </p:blipFill>
        <p:spPr>
          <a:xfrm>
            <a:off x="3048000" y="2228491"/>
            <a:ext cx="5934382" cy="4153285"/>
          </a:xfrm>
          <a:prstGeom prst="rect">
            <a:avLst/>
          </a:prstGeom>
        </p:spPr>
      </p:pic>
      <p:sp>
        <p:nvSpPr>
          <p:cNvPr id="8" name="Rectangle 7">
            <a:extLst>
              <a:ext uri="{FF2B5EF4-FFF2-40B4-BE49-F238E27FC236}">
                <a16:creationId xmlns:a16="http://schemas.microsoft.com/office/drawing/2014/main" id="{96FD8075-8204-35FF-7519-739D80439DA7}"/>
              </a:ext>
            </a:extLst>
          </p:cNvPr>
          <p:cNvSpPr/>
          <p:nvPr/>
        </p:nvSpPr>
        <p:spPr>
          <a:xfrm>
            <a:off x="5570521" y="2513501"/>
            <a:ext cx="1492708" cy="574530"/>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t>WeJob</a:t>
            </a:r>
          </a:p>
        </p:txBody>
      </p:sp>
      <p:sp>
        <p:nvSpPr>
          <p:cNvPr id="7" name="Rectangle 6">
            <a:extLst>
              <a:ext uri="{FF2B5EF4-FFF2-40B4-BE49-F238E27FC236}">
                <a16:creationId xmlns:a16="http://schemas.microsoft.com/office/drawing/2014/main" id="{0298985F-4D73-98C2-484E-514DE047EC6C}"/>
              </a:ext>
            </a:extLst>
          </p:cNvPr>
          <p:cNvSpPr/>
          <p:nvPr/>
        </p:nvSpPr>
        <p:spPr>
          <a:xfrm>
            <a:off x="844061" y="6380479"/>
            <a:ext cx="2825261" cy="3165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EDDC589F-FA26-38BB-2DA4-B5BE9CCFA9D3}"/>
              </a:ext>
            </a:extLst>
          </p:cNvPr>
          <p:cNvSpPr/>
          <p:nvPr/>
        </p:nvSpPr>
        <p:spPr>
          <a:xfrm>
            <a:off x="844061" y="6400799"/>
            <a:ext cx="2825261" cy="316523"/>
          </a:xfrm>
          <a:prstGeom prst="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73064140"/>
      </p:ext>
    </p:extLst>
  </p:cSld>
  <p:clrMapOvr>
    <a:masterClrMapping/>
  </p:clrMapOvr>
  <mc:AlternateContent xmlns:mc="http://schemas.openxmlformats.org/markup-compatibility/2006" xmlns:p14="http://schemas.microsoft.com/office/powerpoint/2010/main">
    <mc:Choice Requires="p14">
      <p:transition spd="slow" p14:dur="2000" advTm="20000"/>
    </mc:Choice>
    <mc:Fallback xmlns="">
      <p:transition spd="slow" advTm="20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20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Grand écran</PresentationFormat>
  <Slides>20</Slides>
  <Notes>10</Notes>
  <HiddenSlides>0</HiddenSlide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Office Theme</vt:lpstr>
      <vt:lpstr>Présentation PowerPoint</vt:lpstr>
      <vt:lpstr>The platform</vt:lpstr>
      <vt:lpstr>Problems</vt:lpstr>
      <vt:lpstr>Why they mattered </vt:lpstr>
      <vt:lpstr>Project goal - Our job</vt:lpstr>
      <vt:lpstr>Collaboration</vt:lpstr>
      <vt:lpstr>Constraints</vt:lpstr>
      <vt:lpstr>High-level architecture</vt:lpstr>
      <vt:lpstr>High-level architecture</vt:lpstr>
      <vt:lpstr>In-architecture</vt:lpstr>
      <vt:lpstr>Deep dive: data structuring</vt:lpstr>
      <vt:lpstr>One of the technical challenges</vt:lpstr>
      <vt:lpstr>How we faced it</vt:lpstr>
      <vt:lpstr>Results</vt:lpstr>
      <vt:lpstr>Functional scope</vt:lpstr>
      <vt:lpstr>What we learned</vt:lpstr>
      <vt:lpstr>User impact</vt:lpstr>
      <vt:lpstr>Business impact</vt:lpstr>
      <vt:lpstr>What’s next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Millet, Arthur</dc:creator>
  <cp:revision>15</cp:revision>
  <dcterms:created xsi:type="dcterms:W3CDTF">2026-02-10T07:22:04Z</dcterms:created>
  <dcterms:modified xsi:type="dcterms:W3CDTF">2026-03-11T19:05:50Z</dcterms:modified>
</cp:coreProperties>
</file>